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12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78BFF"/>
    <a:srgbClr val="9B80FF"/>
    <a:srgbClr val="80FFFA"/>
    <a:srgbClr val="0D0D0D"/>
    <a:srgbClr val="FFCA80"/>
    <a:srgbClr val="FF80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2B56F7-D9D6-4044-B788-DF3494A656C6}" v="7" dt="2025-04-15T04:26:07.6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32" autoAdjust="0"/>
    <p:restoredTop sz="94660"/>
  </p:normalViewPr>
  <p:slideViewPr>
    <p:cSldViewPr snapToGrid="0">
      <p:cViewPr varScale="1">
        <p:scale>
          <a:sx n="79" d="100"/>
          <a:sy n="79" d="100"/>
        </p:scale>
        <p:origin x="922" y="19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ter Wallace" userId="91e458b8a417f5b6" providerId="LiveId" clId="{B74DA58B-9817-41FC-9168-9DCB010EE688}"/>
    <pc:docChg chg="undo redo custSel addSld delSld modSld sldOrd modMainMaster">
      <pc:chgData name="Aster Wallace" userId="91e458b8a417f5b6" providerId="LiveId" clId="{B74DA58B-9817-41FC-9168-9DCB010EE688}" dt="2025-03-26T22:33:08.331" v="2204" actId="1076"/>
      <pc:docMkLst>
        <pc:docMk/>
      </pc:docMkLst>
      <pc:sldChg chg="addSp delSp modSp mod modTransition modAnim">
        <pc:chgData name="Aster Wallace" userId="91e458b8a417f5b6" providerId="LiveId" clId="{B74DA58B-9817-41FC-9168-9DCB010EE688}" dt="2025-03-23T04:30:08.353" v="1792" actId="1035"/>
        <pc:sldMkLst>
          <pc:docMk/>
          <pc:sldMk cId="4100181508" sldId="256"/>
        </pc:sldMkLst>
        <pc:spChg chg="add mod">
          <ac:chgData name="Aster Wallace" userId="91e458b8a417f5b6" providerId="LiveId" clId="{B74DA58B-9817-41FC-9168-9DCB010EE688}" dt="2025-03-23T02:08:59.662" v="635" actId="208"/>
          <ac:spMkLst>
            <pc:docMk/>
            <pc:sldMk cId="4100181508" sldId="256"/>
            <ac:spMk id="6" creationId="{36B04463-753A-FE3C-C16A-A1F92078B9EE}"/>
          </ac:spMkLst>
        </pc:spChg>
        <pc:spChg chg="add mod">
          <ac:chgData name="Aster Wallace" userId="91e458b8a417f5b6" providerId="LiveId" clId="{B74DA58B-9817-41FC-9168-9DCB010EE688}" dt="2025-03-23T02:09:06.120" v="636" actId="208"/>
          <ac:spMkLst>
            <pc:docMk/>
            <pc:sldMk cId="4100181508" sldId="256"/>
            <ac:spMk id="7" creationId="{D81D4630-96D9-9BAC-254D-BECAE8E44684}"/>
          </ac:spMkLst>
        </pc:spChg>
        <pc:spChg chg="add mod">
          <ac:chgData name="Aster Wallace" userId="91e458b8a417f5b6" providerId="LiveId" clId="{B74DA58B-9817-41FC-9168-9DCB010EE688}" dt="2025-03-23T02:09:08.188" v="637" actId="208"/>
          <ac:spMkLst>
            <pc:docMk/>
            <pc:sldMk cId="4100181508" sldId="256"/>
            <ac:spMk id="8" creationId="{C1678429-5B9D-8B6A-97E6-1C953BE50029}"/>
          </ac:spMkLst>
        </pc:spChg>
        <pc:spChg chg="add mod">
          <ac:chgData name="Aster Wallace" userId="91e458b8a417f5b6" providerId="LiveId" clId="{B74DA58B-9817-41FC-9168-9DCB010EE688}" dt="2025-03-23T02:09:09.745" v="638" actId="208"/>
          <ac:spMkLst>
            <pc:docMk/>
            <pc:sldMk cId="4100181508" sldId="256"/>
            <ac:spMk id="9" creationId="{26CC6D9A-BEB6-950C-95B6-343B450A488B}"/>
          </ac:spMkLst>
        </pc:spChg>
        <pc:spChg chg="add mod">
          <ac:chgData name="Aster Wallace" userId="91e458b8a417f5b6" providerId="LiveId" clId="{B74DA58B-9817-41FC-9168-9DCB010EE688}" dt="2025-03-23T04:29:41.931" v="1786" actId="1076"/>
          <ac:spMkLst>
            <pc:docMk/>
            <pc:sldMk cId="4100181508" sldId="256"/>
            <ac:spMk id="10" creationId="{6AF653D0-7B13-00E4-5E91-AEFB5A885325}"/>
          </ac:spMkLst>
        </pc:spChg>
        <pc:spChg chg="add mod">
          <ac:chgData name="Aster Wallace" userId="91e458b8a417f5b6" providerId="LiveId" clId="{B74DA58B-9817-41FC-9168-9DCB010EE688}" dt="2025-03-23T04:22:24.556" v="1690" actId="207"/>
          <ac:spMkLst>
            <pc:docMk/>
            <pc:sldMk cId="4100181508" sldId="256"/>
            <ac:spMk id="11" creationId="{E2BBD3D5-68C1-CFBC-34CA-FB7C0F1C936F}"/>
          </ac:spMkLst>
        </pc:spChg>
        <pc:spChg chg="add mod">
          <ac:chgData name="Aster Wallace" userId="91e458b8a417f5b6" providerId="LiveId" clId="{B74DA58B-9817-41FC-9168-9DCB010EE688}" dt="2025-03-23T04:22:24.556" v="1690" actId="207"/>
          <ac:spMkLst>
            <pc:docMk/>
            <pc:sldMk cId="4100181508" sldId="256"/>
            <ac:spMk id="12" creationId="{926743BB-9F25-2494-B0DF-6782A1FC87C2}"/>
          </ac:spMkLst>
        </pc:spChg>
        <pc:spChg chg="add mod">
          <ac:chgData name="Aster Wallace" userId="91e458b8a417f5b6" providerId="LiveId" clId="{B74DA58B-9817-41FC-9168-9DCB010EE688}" dt="2025-03-23T04:22:24.556" v="1690" actId="207"/>
          <ac:spMkLst>
            <pc:docMk/>
            <pc:sldMk cId="4100181508" sldId="256"/>
            <ac:spMk id="13" creationId="{71A3198A-80C7-5A0C-1AD1-293C0299E7A6}"/>
          </ac:spMkLst>
        </pc:spChg>
        <pc:spChg chg="add mod">
          <ac:chgData name="Aster Wallace" userId="91e458b8a417f5b6" providerId="LiveId" clId="{B74DA58B-9817-41FC-9168-9DCB010EE688}" dt="2025-03-23T02:15:10.369" v="736" actId="108"/>
          <ac:spMkLst>
            <pc:docMk/>
            <pc:sldMk cId="4100181508" sldId="256"/>
            <ac:spMk id="14" creationId="{BBE35FE0-978F-0770-AA10-7FB8F0963F4B}"/>
          </ac:spMkLst>
        </pc:spChg>
        <pc:spChg chg="add mod">
          <ac:chgData name="Aster Wallace" userId="91e458b8a417f5b6" providerId="LiveId" clId="{B74DA58B-9817-41FC-9168-9DCB010EE688}" dt="2025-03-23T02:15:14.303" v="737" actId="108"/>
          <ac:spMkLst>
            <pc:docMk/>
            <pc:sldMk cId="4100181508" sldId="256"/>
            <ac:spMk id="15" creationId="{1EF54686-D715-7984-D4F3-DAB03F0295C8}"/>
          </ac:spMkLst>
        </pc:spChg>
        <pc:spChg chg="add mod">
          <ac:chgData name="Aster Wallace" userId="91e458b8a417f5b6" providerId="LiveId" clId="{B74DA58B-9817-41FC-9168-9DCB010EE688}" dt="2025-03-23T02:15:18.704" v="738"/>
          <ac:spMkLst>
            <pc:docMk/>
            <pc:sldMk cId="4100181508" sldId="256"/>
            <ac:spMk id="16" creationId="{C6C3525C-1C87-871A-860C-73A88BD1153F}"/>
          </ac:spMkLst>
        </pc:spChg>
        <pc:spChg chg="add mod">
          <ac:chgData name="Aster Wallace" userId="91e458b8a417f5b6" providerId="LiveId" clId="{B74DA58B-9817-41FC-9168-9DCB010EE688}" dt="2025-03-23T02:15:20.592" v="739"/>
          <ac:spMkLst>
            <pc:docMk/>
            <pc:sldMk cId="4100181508" sldId="256"/>
            <ac:spMk id="17" creationId="{9CF17EFB-7831-31A9-35E8-E2C9B5748C7D}"/>
          </ac:spMkLst>
        </pc:spChg>
        <pc:spChg chg="add mod">
          <ac:chgData name="Aster Wallace" userId="91e458b8a417f5b6" providerId="LiveId" clId="{B74DA58B-9817-41FC-9168-9DCB010EE688}" dt="2025-03-23T02:15:27.470" v="740" actId="207"/>
          <ac:spMkLst>
            <pc:docMk/>
            <pc:sldMk cId="4100181508" sldId="256"/>
            <ac:spMk id="18" creationId="{AE21D0FC-BED0-A755-34EE-B4A8C61CDF62}"/>
          </ac:spMkLst>
        </pc:spChg>
        <pc:spChg chg="add mod">
          <ac:chgData name="Aster Wallace" userId="91e458b8a417f5b6" providerId="LiveId" clId="{B74DA58B-9817-41FC-9168-9DCB010EE688}" dt="2025-03-23T02:15:32.134" v="743"/>
          <ac:spMkLst>
            <pc:docMk/>
            <pc:sldMk cId="4100181508" sldId="256"/>
            <ac:spMk id="19" creationId="{23EE499E-F918-564E-7F74-124B6907ACAB}"/>
          </ac:spMkLst>
        </pc:spChg>
        <pc:spChg chg="add mod">
          <ac:chgData name="Aster Wallace" userId="91e458b8a417f5b6" providerId="LiveId" clId="{B74DA58B-9817-41FC-9168-9DCB010EE688}" dt="2025-03-23T02:15:33.670" v="744"/>
          <ac:spMkLst>
            <pc:docMk/>
            <pc:sldMk cId="4100181508" sldId="256"/>
            <ac:spMk id="20" creationId="{5A7C6BD6-DE27-8EFB-8FE6-630811A8F3E4}"/>
          </ac:spMkLst>
        </pc:spChg>
        <pc:spChg chg="add mod">
          <ac:chgData name="Aster Wallace" userId="91e458b8a417f5b6" providerId="LiveId" clId="{B74DA58B-9817-41FC-9168-9DCB010EE688}" dt="2025-03-23T02:15:35.334" v="745"/>
          <ac:spMkLst>
            <pc:docMk/>
            <pc:sldMk cId="4100181508" sldId="256"/>
            <ac:spMk id="21" creationId="{AE0DA933-5064-9774-2A87-8CFD1886DA84}"/>
          </ac:spMkLst>
        </pc:spChg>
        <pc:spChg chg="add mod">
          <ac:chgData name="Aster Wallace" userId="91e458b8a417f5b6" providerId="LiveId" clId="{B74DA58B-9817-41FC-9168-9DCB010EE688}" dt="2025-03-23T02:16:07.087" v="747" actId="207"/>
          <ac:spMkLst>
            <pc:docMk/>
            <pc:sldMk cId="4100181508" sldId="256"/>
            <ac:spMk id="22" creationId="{317B7EC6-D7F4-13A0-4810-59D0B370E157}"/>
          </ac:spMkLst>
        </pc:spChg>
        <pc:spChg chg="add mod">
          <ac:chgData name="Aster Wallace" userId="91e458b8a417f5b6" providerId="LiveId" clId="{B74DA58B-9817-41FC-9168-9DCB010EE688}" dt="2025-03-23T02:16:09.802" v="748" actId="207"/>
          <ac:spMkLst>
            <pc:docMk/>
            <pc:sldMk cId="4100181508" sldId="256"/>
            <ac:spMk id="23" creationId="{A4D44073-E94E-EE2F-CD10-966B906425D6}"/>
          </ac:spMkLst>
        </pc:spChg>
        <pc:spChg chg="add mod">
          <ac:chgData name="Aster Wallace" userId="91e458b8a417f5b6" providerId="LiveId" clId="{B74DA58B-9817-41FC-9168-9DCB010EE688}" dt="2025-03-23T02:16:12.193" v="749" actId="207"/>
          <ac:spMkLst>
            <pc:docMk/>
            <pc:sldMk cId="4100181508" sldId="256"/>
            <ac:spMk id="24" creationId="{29517695-A8CA-A7F5-C65A-81AC24C28FC6}"/>
          </ac:spMkLst>
        </pc:spChg>
        <pc:spChg chg="add mod">
          <ac:chgData name="Aster Wallace" userId="91e458b8a417f5b6" providerId="LiveId" clId="{B74DA58B-9817-41FC-9168-9DCB010EE688}" dt="2025-03-23T02:16:14.987" v="750" actId="207"/>
          <ac:spMkLst>
            <pc:docMk/>
            <pc:sldMk cId="4100181508" sldId="256"/>
            <ac:spMk id="25" creationId="{2E890953-508A-3EC5-E568-B271EC7045A5}"/>
          </ac:spMkLst>
        </pc:spChg>
        <pc:spChg chg="add mod">
          <ac:chgData name="Aster Wallace" userId="91e458b8a417f5b6" providerId="LiveId" clId="{B74DA58B-9817-41FC-9168-9DCB010EE688}" dt="2025-03-23T04:30:08.353" v="1792" actId="1035"/>
          <ac:spMkLst>
            <pc:docMk/>
            <pc:sldMk cId="4100181508" sldId="256"/>
            <ac:spMk id="26" creationId="{53D23993-5F38-1994-76F6-CA9E7F942761}"/>
          </ac:spMkLst>
        </pc:spChg>
        <pc:spChg chg="add mod">
          <ac:chgData name="Aster Wallace" userId="91e458b8a417f5b6" providerId="LiveId" clId="{B74DA58B-9817-41FC-9168-9DCB010EE688}" dt="2025-03-23T04:20:05.252" v="1684" actId="108"/>
          <ac:spMkLst>
            <pc:docMk/>
            <pc:sldMk cId="4100181508" sldId="256"/>
            <ac:spMk id="27" creationId="{00F102D7-C0EB-4CF4-6841-6026D3E625E0}"/>
          </ac:spMkLst>
        </pc:spChg>
        <pc:spChg chg="add mod">
          <ac:chgData name="Aster Wallace" userId="91e458b8a417f5b6" providerId="LiveId" clId="{B74DA58B-9817-41FC-9168-9DCB010EE688}" dt="2025-03-23T04:20:20.897" v="1688" actId="207"/>
          <ac:spMkLst>
            <pc:docMk/>
            <pc:sldMk cId="4100181508" sldId="256"/>
            <ac:spMk id="28" creationId="{92AD8DC3-0115-C421-25AD-B3AE88ABB995}"/>
          </ac:spMkLst>
        </pc:spChg>
        <pc:spChg chg="add mod">
          <ac:chgData name="Aster Wallace" userId="91e458b8a417f5b6" providerId="LiveId" clId="{B74DA58B-9817-41FC-9168-9DCB010EE688}" dt="2025-03-23T04:20:17.460" v="1687" actId="207"/>
          <ac:spMkLst>
            <pc:docMk/>
            <pc:sldMk cId="4100181508" sldId="256"/>
            <ac:spMk id="29" creationId="{90C63C83-7BCE-F963-5152-2BCEEC2A8A7C}"/>
          </ac:spMkLst>
        </pc:spChg>
        <pc:picChg chg="add mod ord modCrop">
          <ac:chgData name="Aster Wallace" userId="91e458b8a417f5b6" providerId="LiveId" clId="{B74DA58B-9817-41FC-9168-9DCB010EE688}" dt="2025-03-23T04:29:55.467" v="1788" actId="29295"/>
          <ac:picMkLst>
            <pc:docMk/>
            <pc:sldMk cId="4100181508" sldId="256"/>
            <ac:picMk id="32" creationId="{A0651C2C-D9B4-0F41-4CFF-1A95AB6055A5}"/>
          </ac:picMkLst>
        </pc:picChg>
      </pc:sldChg>
      <pc:sldChg chg="addSp delSp modSp mod modTransition">
        <pc:chgData name="Aster Wallace" userId="91e458b8a417f5b6" providerId="LiveId" clId="{B74DA58B-9817-41FC-9168-9DCB010EE688}" dt="2025-03-23T04:24:37.546" v="1716" actId="207"/>
        <pc:sldMkLst>
          <pc:docMk/>
          <pc:sldMk cId="158769102" sldId="257"/>
        </pc:sldMkLst>
        <pc:spChg chg="mod">
          <ac:chgData name="Aster Wallace" userId="91e458b8a417f5b6" providerId="LiveId" clId="{B74DA58B-9817-41FC-9168-9DCB010EE688}" dt="2025-03-23T01:35:20.748" v="430" actId="14100"/>
          <ac:spMkLst>
            <pc:docMk/>
            <pc:sldMk cId="158769102" sldId="257"/>
            <ac:spMk id="2" creationId="{E5157E62-F658-2BC7-15F0-DA570960E8D6}"/>
          </ac:spMkLst>
        </pc:spChg>
        <pc:spChg chg="mod">
          <ac:chgData name="Aster Wallace" userId="91e458b8a417f5b6" providerId="LiveId" clId="{B74DA58B-9817-41FC-9168-9DCB010EE688}" dt="2025-03-23T04:24:37.546" v="1716" actId="207"/>
          <ac:spMkLst>
            <pc:docMk/>
            <pc:sldMk cId="158769102" sldId="257"/>
            <ac:spMk id="9" creationId="{227F8AE0-EAEF-7182-0CA6-B6D85EDC288D}"/>
          </ac:spMkLst>
        </pc:spChg>
        <pc:spChg chg="add mod">
          <ac:chgData name="Aster Wallace" userId="91e458b8a417f5b6" providerId="LiveId" clId="{B74DA58B-9817-41FC-9168-9DCB010EE688}" dt="2025-03-23T04:24:30.269" v="1714" actId="207"/>
          <ac:spMkLst>
            <pc:docMk/>
            <pc:sldMk cId="158769102" sldId="257"/>
            <ac:spMk id="12" creationId="{32522494-0B9C-FE13-27B4-FB1228556F9B}"/>
          </ac:spMkLst>
        </pc:spChg>
        <pc:spChg chg="add mod">
          <ac:chgData name="Aster Wallace" userId="91e458b8a417f5b6" providerId="LiveId" clId="{B74DA58B-9817-41FC-9168-9DCB010EE688}" dt="2025-03-23T04:24:34.841" v="1715" actId="207"/>
          <ac:spMkLst>
            <pc:docMk/>
            <pc:sldMk cId="158769102" sldId="257"/>
            <ac:spMk id="13" creationId="{5CD416D6-6B5D-4234-9060-24F4A6E5B775}"/>
          </ac:spMkLst>
        </pc:spChg>
        <pc:picChg chg="add mod modCrop">
          <ac:chgData name="Aster Wallace" userId="91e458b8a417f5b6" providerId="LiveId" clId="{B74DA58B-9817-41FC-9168-9DCB010EE688}" dt="2025-03-23T02:21:25.937" v="915" actId="1038"/>
          <ac:picMkLst>
            <pc:docMk/>
            <pc:sldMk cId="158769102" sldId="257"/>
            <ac:picMk id="11" creationId="{82399055-5589-2B3E-3060-5388AB76C400}"/>
          </ac:picMkLst>
        </pc:picChg>
      </pc:sldChg>
      <pc:sldChg chg="addSp delSp modSp new mod modTransition modAnim">
        <pc:chgData name="Aster Wallace" userId="91e458b8a417f5b6" providerId="LiveId" clId="{B74DA58B-9817-41FC-9168-9DCB010EE688}" dt="2025-03-23T04:25:22.433" v="1725" actId="1076"/>
        <pc:sldMkLst>
          <pc:docMk/>
          <pc:sldMk cId="1829123189" sldId="258"/>
        </pc:sldMkLst>
        <pc:spChg chg="mod">
          <ac:chgData name="Aster Wallace" userId="91e458b8a417f5b6" providerId="LiveId" clId="{B74DA58B-9817-41FC-9168-9DCB010EE688}" dt="2025-03-23T02:35:47.426" v="1110" actId="404"/>
          <ac:spMkLst>
            <pc:docMk/>
            <pc:sldMk cId="1829123189" sldId="258"/>
            <ac:spMk id="3" creationId="{3B78243B-3249-4CD0-6EB2-921FF6C06ACE}"/>
          </ac:spMkLst>
        </pc:spChg>
        <pc:spChg chg="add mod">
          <ac:chgData name="Aster Wallace" userId="91e458b8a417f5b6" providerId="LiveId" clId="{B74DA58B-9817-41FC-9168-9DCB010EE688}" dt="2025-03-23T04:22:46.176" v="1691" actId="207"/>
          <ac:spMkLst>
            <pc:docMk/>
            <pc:sldMk cId="1829123189" sldId="258"/>
            <ac:spMk id="4" creationId="{4EE12F4B-6DED-462C-324F-79CB5D21C42D}"/>
          </ac:spMkLst>
        </pc:spChg>
        <pc:spChg chg="add mod">
          <ac:chgData name="Aster Wallace" userId="91e458b8a417f5b6" providerId="LiveId" clId="{B74DA58B-9817-41FC-9168-9DCB010EE688}" dt="2025-03-23T04:25:18.483" v="1724" actId="207"/>
          <ac:spMkLst>
            <pc:docMk/>
            <pc:sldMk cId="1829123189" sldId="258"/>
            <ac:spMk id="5" creationId="{D0DEC7BC-71BD-F1A1-2E6E-AA55FD022144}"/>
          </ac:spMkLst>
        </pc:spChg>
        <pc:spChg chg="add mod ord">
          <ac:chgData name="Aster Wallace" userId="91e458b8a417f5b6" providerId="LiveId" clId="{B74DA58B-9817-41FC-9168-9DCB010EE688}" dt="2025-03-23T04:25:22.433" v="1725" actId="1076"/>
          <ac:spMkLst>
            <pc:docMk/>
            <pc:sldMk cId="1829123189" sldId="258"/>
            <ac:spMk id="8" creationId="{60C59B08-EE96-4727-09BA-F01204E18710}"/>
          </ac:spMkLst>
        </pc:spChg>
        <pc:spChg chg="add mod">
          <ac:chgData name="Aster Wallace" userId="91e458b8a417f5b6" providerId="LiveId" clId="{B74DA58B-9817-41FC-9168-9DCB010EE688}" dt="2025-03-23T04:24:51.187" v="1718" actId="207"/>
          <ac:spMkLst>
            <pc:docMk/>
            <pc:sldMk cId="1829123189" sldId="258"/>
            <ac:spMk id="9" creationId="{31E58250-16FD-303D-6FF0-FA42C3CEAC35}"/>
          </ac:spMkLst>
        </pc:spChg>
      </pc:sldChg>
      <pc:sldChg chg="addSp modSp add mod">
        <pc:chgData name="Aster Wallace" userId="91e458b8a417f5b6" providerId="LiveId" clId="{B74DA58B-9817-41FC-9168-9DCB010EE688}" dt="2025-03-23T04:25:31.312" v="1728" actId="1076"/>
        <pc:sldMkLst>
          <pc:docMk/>
          <pc:sldMk cId="1433691575" sldId="259"/>
        </pc:sldMkLst>
        <pc:spChg chg="mod">
          <ac:chgData name="Aster Wallace" userId="91e458b8a417f5b6" providerId="LiveId" clId="{B74DA58B-9817-41FC-9168-9DCB010EE688}" dt="2025-03-23T02:35:28.320" v="1108" actId="20577"/>
          <ac:spMkLst>
            <pc:docMk/>
            <pc:sldMk cId="1433691575" sldId="259"/>
            <ac:spMk id="3" creationId="{F04EDEF7-33A5-F478-191F-D947DA387724}"/>
          </ac:spMkLst>
        </pc:spChg>
        <pc:spChg chg="mod">
          <ac:chgData name="Aster Wallace" userId="91e458b8a417f5b6" providerId="LiveId" clId="{B74DA58B-9817-41FC-9168-9DCB010EE688}" dt="2025-03-23T04:22:50.796" v="1692" actId="207"/>
          <ac:spMkLst>
            <pc:docMk/>
            <pc:sldMk cId="1433691575" sldId="259"/>
            <ac:spMk id="4" creationId="{0DC4E4EF-4C42-DCB9-B7C9-AA51A05F88DD}"/>
          </ac:spMkLst>
        </pc:spChg>
        <pc:spChg chg="mod">
          <ac:chgData name="Aster Wallace" userId="91e458b8a417f5b6" providerId="LiveId" clId="{B74DA58B-9817-41FC-9168-9DCB010EE688}" dt="2025-03-23T02:41:19.518" v="1141" actId="20577"/>
          <ac:spMkLst>
            <pc:docMk/>
            <pc:sldMk cId="1433691575" sldId="259"/>
            <ac:spMk id="5" creationId="{5635C5D5-7CC3-8474-5A15-9B208924545F}"/>
          </ac:spMkLst>
        </pc:spChg>
        <pc:spChg chg="mod">
          <ac:chgData name="Aster Wallace" userId="91e458b8a417f5b6" providerId="LiveId" clId="{B74DA58B-9817-41FC-9168-9DCB010EE688}" dt="2025-03-23T04:25:31.312" v="1728" actId="1076"/>
          <ac:spMkLst>
            <pc:docMk/>
            <pc:sldMk cId="1433691575" sldId="259"/>
            <ac:spMk id="8" creationId="{1FEA0F9F-0183-B823-134D-DBBDD77CAE2A}"/>
          </ac:spMkLst>
        </pc:spChg>
        <pc:spChg chg="mod">
          <ac:chgData name="Aster Wallace" userId="91e458b8a417f5b6" providerId="LiveId" clId="{B74DA58B-9817-41FC-9168-9DCB010EE688}" dt="2025-03-23T04:25:29.228" v="1727" actId="207"/>
          <ac:spMkLst>
            <pc:docMk/>
            <pc:sldMk cId="1433691575" sldId="259"/>
            <ac:spMk id="9" creationId="{10D384C3-A866-9AF9-BBCC-CD1680DE3185}"/>
          </ac:spMkLst>
        </pc:spChg>
        <pc:picChg chg="add">
          <ac:chgData name="Aster Wallace" userId="91e458b8a417f5b6" providerId="LiveId" clId="{B74DA58B-9817-41FC-9168-9DCB010EE688}" dt="2025-03-23T02:31:51.870" v="1085" actId="22"/>
          <ac:picMkLst>
            <pc:docMk/>
            <pc:sldMk cId="1433691575" sldId="259"/>
            <ac:picMk id="6" creationId="{A616641F-D3CA-48BD-A98B-5318C88288E1}"/>
          </ac:picMkLst>
        </pc:picChg>
        <pc:picChg chg="add">
          <ac:chgData name="Aster Wallace" userId="91e458b8a417f5b6" providerId="LiveId" clId="{B74DA58B-9817-41FC-9168-9DCB010EE688}" dt="2025-03-23T02:32:11.579" v="1087" actId="22"/>
          <ac:picMkLst>
            <pc:docMk/>
            <pc:sldMk cId="1433691575" sldId="259"/>
            <ac:picMk id="10" creationId="{02AA01F8-67B8-E496-99BF-3507BBFC9A11}"/>
          </ac:picMkLst>
        </pc:picChg>
        <pc:picChg chg="add">
          <ac:chgData name="Aster Wallace" userId="91e458b8a417f5b6" providerId="LiveId" clId="{B74DA58B-9817-41FC-9168-9DCB010EE688}" dt="2025-03-23T02:32:15.728" v="1088" actId="22"/>
          <ac:picMkLst>
            <pc:docMk/>
            <pc:sldMk cId="1433691575" sldId="259"/>
            <ac:picMk id="12" creationId="{451BB256-E100-19FA-D572-840301C3DF51}"/>
          </ac:picMkLst>
        </pc:picChg>
        <pc:picChg chg="add">
          <ac:chgData name="Aster Wallace" userId="91e458b8a417f5b6" providerId="LiveId" clId="{B74DA58B-9817-41FC-9168-9DCB010EE688}" dt="2025-03-23T02:34:41.887" v="1096" actId="22"/>
          <ac:picMkLst>
            <pc:docMk/>
            <pc:sldMk cId="1433691575" sldId="259"/>
            <ac:picMk id="14" creationId="{A15CAB6A-4E21-6A81-9967-3E5F7AE63095}"/>
          </ac:picMkLst>
        </pc:picChg>
      </pc:sldChg>
      <pc:sldChg chg="modSp add mod">
        <pc:chgData name="Aster Wallace" userId="91e458b8a417f5b6" providerId="LiveId" clId="{B74DA58B-9817-41FC-9168-9DCB010EE688}" dt="2025-03-23T04:25:40.602" v="1731" actId="1076"/>
        <pc:sldMkLst>
          <pc:docMk/>
          <pc:sldMk cId="3021052080" sldId="260"/>
        </pc:sldMkLst>
        <pc:spChg chg="mod">
          <ac:chgData name="Aster Wallace" userId="91e458b8a417f5b6" providerId="LiveId" clId="{B74DA58B-9817-41FC-9168-9DCB010EE688}" dt="2025-03-23T02:38:24.846" v="1135" actId="20577"/>
          <ac:spMkLst>
            <pc:docMk/>
            <pc:sldMk cId="3021052080" sldId="260"/>
            <ac:spMk id="3" creationId="{161589A1-AF8F-25AB-EFA0-07767628B810}"/>
          </ac:spMkLst>
        </pc:spChg>
        <pc:spChg chg="mod">
          <ac:chgData name="Aster Wallace" userId="91e458b8a417f5b6" providerId="LiveId" clId="{B74DA58B-9817-41FC-9168-9DCB010EE688}" dt="2025-03-23T04:22:53.479" v="1693" actId="207"/>
          <ac:spMkLst>
            <pc:docMk/>
            <pc:sldMk cId="3021052080" sldId="260"/>
            <ac:spMk id="4" creationId="{59B88F8A-68FC-7F5A-A9F4-BBF6D42F2F16}"/>
          </ac:spMkLst>
        </pc:spChg>
        <pc:spChg chg="mod">
          <ac:chgData name="Aster Wallace" userId="91e458b8a417f5b6" providerId="LiveId" clId="{B74DA58B-9817-41FC-9168-9DCB010EE688}" dt="2025-03-23T02:38:05.518" v="1131" actId="20577"/>
          <ac:spMkLst>
            <pc:docMk/>
            <pc:sldMk cId="3021052080" sldId="260"/>
            <ac:spMk id="5" creationId="{4A724802-90FA-D1D5-8E61-C7B1A7B9120C}"/>
          </ac:spMkLst>
        </pc:spChg>
        <pc:spChg chg="mod">
          <ac:chgData name="Aster Wallace" userId="91e458b8a417f5b6" providerId="LiveId" clId="{B74DA58B-9817-41FC-9168-9DCB010EE688}" dt="2025-03-23T04:25:40.602" v="1731" actId="1076"/>
          <ac:spMkLst>
            <pc:docMk/>
            <pc:sldMk cId="3021052080" sldId="260"/>
            <ac:spMk id="8" creationId="{41A80D5E-A514-A920-6D12-48F493DBAB57}"/>
          </ac:spMkLst>
        </pc:spChg>
        <pc:spChg chg="mod">
          <ac:chgData name="Aster Wallace" userId="91e458b8a417f5b6" providerId="LiveId" clId="{B74DA58B-9817-41FC-9168-9DCB010EE688}" dt="2025-03-23T04:25:36.741" v="1730" actId="207"/>
          <ac:spMkLst>
            <pc:docMk/>
            <pc:sldMk cId="3021052080" sldId="260"/>
            <ac:spMk id="9" creationId="{CD320764-2E7B-CB00-AA59-1B5860972149}"/>
          </ac:spMkLst>
        </pc:spChg>
      </pc:sldChg>
      <pc:sldChg chg="addSp delSp modSp add mod">
        <pc:chgData name="Aster Wallace" userId="91e458b8a417f5b6" providerId="LiveId" clId="{B74DA58B-9817-41FC-9168-9DCB010EE688}" dt="2025-03-23T04:25:50.873" v="1734" actId="1076"/>
        <pc:sldMkLst>
          <pc:docMk/>
          <pc:sldMk cId="948236578" sldId="261"/>
        </pc:sldMkLst>
        <pc:spChg chg="mod">
          <ac:chgData name="Aster Wallace" userId="91e458b8a417f5b6" providerId="LiveId" clId="{B74DA58B-9817-41FC-9168-9DCB010EE688}" dt="2025-03-23T02:41:45.660" v="1149" actId="20577"/>
          <ac:spMkLst>
            <pc:docMk/>
            <pc:sldMk cId="948236578" sldId="261"/>
            <ac:spMk id="3" creationId="{1052F56E-FD12-66DC-5461-174D5697C604}"/>
          </ac:spMkLst>
        </pc:spChg>
        <pc:spChg chg="mod">
          <ac:chgData name="Aster Wallace" userId="91e458b8a417f5b6" providerId="LiveId" clId="{B74DA58B-9817-41FC-9168-9DCB010EE688}" dt="2025-03-23T04:22:57.112" v="1694" actId="207"/>
          <ac:spMkLst>
            <pc:docMk/>
            <pc:sldMk cId="948236578" sldId="261"/>
            <ac:spMk id="4" creationId="{9C007C21-2A22-E863-3608-04D20F7DCD86}"/>
          </ac:spMkLst>
        </pc:spChg>
        <pc:spChg chg="mod">
          <ac:chgData name="Aster Wallace" userId="91e458b8a417f5b6" providerId="LiveId" clId="{B74DA58B-9817-41FC-9168-9DCB010EE688}" dt="2025-03-23T02:42:09.898" v="1157" actId="20577"/>
          <ac:spMkLst>
            <pc:docMk/>
            <pc:sldMk cId="948236578" sldId="261"/>
            <ac:spMk id="5" creationId="{8725D2DC-AD23-68CE-340A-77D020FD4465}"/>
          </ac:spMkLst>
        </pc:spChg>
        <pc:spChg chg="mod">
          <ac:chgData name="Aster Wallace" userId="91e458b8a417f5b6" providerId="LiveId" clId="{B74DA58B-9817-41FC-9168-9DCB010EE688}" dt="2025-03-23T04:25:50.873" v="1734" actId="1076"/>
          <ac:spMkLst>
            <pc:docMk/>
            <pc:sldMk cId="948236578" sldId="261"/>
            <ac:spMk id="8" creationId="{C82280A3-8947-3BE4-995E-250FF4FF8F0A}"/>
          </ac:spMkLst>
        </pc:spChg>
        <pc:spChg chg="mod">
          <ac:chgData name="Aster Wallace" userId="91e458b8a417f5b6" providerId="LiveId" clId="{B74DA58B-9817-41FC-9168-9DCB010EE688}" dt="2025-03-23T04:25:47.705" v="1733" actId="207"/>
          <ac:spMkLst>
            <pc:docMk/>
            <pc:sldMk cId="948236578" sldId="261"/>
            <ac:spMk id="9" creationId="{D981B743-5BCA-DA64-4EF2-E66F3BCAE0D2}"/>
          </ac:spMkLst>
        </pc:spChg>
      </pc:sldChg>
      <pc:sldChg chg="delSp modSp add mod">
        <pc:chgData name="Aster Wallace" userId="91e458b8a417f5b6" providerId="LiveId" clId="{B74DA58B-9817-41FC-9168-9DCB010EE688}" dt="2025-03-23T17:42:39.021" v="2040" actId="1076"/>
        <pc:sldMkLst>
          <pc:docMk/>
          <pc:sldMk cId="1132245845" sldId="262"/>
        </pc:sldMkLst>
        <pc:spChg chg="mod">
          <ac:chgData name="Aster Wallace" userId="91e458b8a417f5b6" providerId="LiveId" clId="{B74DA58B-9817-41FC-9168-9DCB010EE688}" dt="2025-03-23T17:42:26.371" v="2034" actId="20577"/>
          <ac:spMkLst>
            <pc:docMk/>
            <pc:sldMk cId="1132245845" sldId="262"/>
            <ac:spMk id="3" creationId="{12F98261-1347-E367-472C-27FA21464462}"/>
          </ac:spMkLst>
        </pc:spChg>
        <pc:spChg chg="mod">
          <ac:chgData name="Aster Wallace" userId="91e458b8a417f5b6" providerId="LiveId" clId="{B74DA58B-9817-41FC-9168-9DCB010EE688}" dt="2025-03-23T04:23:00.435" v="1695" actId="207"/>
          <ac:spMkLst>
            <pc:docMk/>
            <pc:sldMk cId="1132245845" sldId="262"/>
            <ac:spMk id="4" creationId="{D2892A5D-0F9E-CD05-1A00-9C0747DD6028}"/>
          </ac:spMkLst>
        </pc:spChg>
        <pc:spChg chg="mod">
          <ac:chgData name="Aster Wallace" userId="91e458b8a417f5b6" providerId="LiveId" clId="{B74DA58B-9817-41FC-9168-9DCB010EE688}" dt="2025-03-23T17:42:33.417" v="2039" actId="20577"/>
          <ac:spMkLst>
            <pc:docMk/>
            <pc:sldMk cId="1132245845" sldId="262"/>
            <ac:spMk id="5" creationId="{90014FD2-B96C-EC9F-BA87-15F693C42FF2}"/>
          </ac:spMkLst>
        </pc:spChg>
        <pc:spChg chg="mod">
          <ac:chgData name="Aster Wallace" userId="91e458b8a417f5b6" providerId="LiveId" clId="{B74DA58B-9817-41FC-9168-9DCB010EE688}" dt="2025-03-23T17:42:39.021" v="2040" actId="1076"/>
          <ac:spMkLst>
            <pc:docMk/>
            <pc:sldMk cId="1132245845" sldId="262"/>
            <ac:spMk id="8" creationId="{9B2F15EA-43A3-C179-ACCC-76A6DA3907C4}"/>
          </ac:spMkLst>
        </pc:spChg>
        <pc:spChg chg="mod">
          <ac:chgData name="Aster Wallace" userId="91e458b8a417f5b6" providerId="LiveId" clId="{B74DA58B-9817-41FC-9168-9DCB010EE688}" dt="2025-03-23T04:25:56.040" v="1736" actId="207"/>
          <ac:spMkLst>
            <pc:docMk/>
            <pc:sldMk cId="1132245845" sldId="262"/>
            <ac:spMk id="9" creationId="{2C89DC99-7917-2642-E52B-0E9146B07ED0}"/>
          </ac:spMkLst>
        </pc:spChg>
      </pc:sldChg>
      <pc:sldChg chg="addSp modSp add mod ord modAnim">
        <pc:chgData name="Aster Wallace" userId="91e458b8a417f5b6" providerId="LiveId" clId="{B74DA58B-9817-41FC-9168-9DCB010EE688}" dt="2025-03-26T22:33:08.331" v="2204" actId="1076"/>
        <pc:sldMkLst>
          <pc:docMk/>
          <pc:sldMk cId="3981017679" sldId="263"/>
        </pc:sldMkLst>
        <pc:spChg chg="mod">
          <ac:chgData name="Aster Wallace" userId="91e458b8a417f5b6" providerId="LiveId" clId="{B74DA58B-9817-41FC-9168-9DCB010EE688}" dt="2025-03-23T02:48:46.410" v="1206" actId="27636"/>
          <ac:spMkLst>
            <pc:docMk/>
            <pc:sldMk cId="3981017679" sldId="263"/>
            <ac:spMk id="3" creationId="{E175362D-876A-2400-DDCD-A9D47D0FA474}"/>
          </ac:spMkLst>
        </pc:spChg>
        <pc:spChg chg="mod">
          <ac:chgData name="Aster Wallace" userId="91e458b8a417f5b6" providerId="LiveId" clId="{B74DA58B-9817-41FC-9168-9DCB010EE688}" dt="2025-03-23T04:23:10.436" v="1697" actId="207"/>
          <ac:spMkLst>
            <pc:docMk/>
            <pc:sldMk cId="3981017679" sldId="263"/>
            <ac:spMk id="4" creationId="{B3014B27-DFE2-8848-3648-0CBF92C5ED70}"/>
          </ac:spMkLst>
        </pc:spChg>
        <pc:spChg chg="mod">
          <ac:chgData name="Aster Wallace" userId="91e458b8a417f5b6" providerId="LiveId" clId="{B74DA58B-9817-41FC-9168-9DCB010EE688}" dt="2025-03-23T17:38:54.536" v="1897" actId="20577"/>
          <ac:spMkLst>
            <pc:docMk/>
            <pc:sldMk cId="3981017679" sldId="263"/>
            <ac:spMk id="5" creationId="{BE4D47A8-D6D1-5636-6F5A-D05136A2CD09}"/>
          </ac:spMkLst>
        </pc:spChg>
        <pc:spChg chg="mod">
          <ac:chgData name="Aster Wallace" userId="91e458b8a417f5b6" providerId="LiveId" clId="{B74DA58B-9817-41FC-9168-9DCB010EE688}" dt="2025-03-26T22:33:08.331" v="2204" actId="1076"/>
          <ac:spMkLst>
            <pc:docMk/>
            <pc:sldMk cId="3981017679" sldId="263"/>
            <ac:spMk id="8" creationId="{17E2A469-ACBF-F417-F118-188CB1BADDF7}"/>
          </ac:spMkLst>
        </pc:spChg>
        <pc:spChg chg="mod">
          <ac:chgData name="Aster Wallace" userId="91e458b8a417f5b6" providerId="LiveId" clId="{B74DA58B-9817-41FC-9168-9DCB010EE688}" dt="2025-03-23T04:26:11.117" v="1739" actId="207"/>
          <ac:spMkLst>
            <pc:docMk/>
            <pc:sldMk cId="3981017679" sldId="263"/>
            <ac:spMk id="9" creationId="{77C9BB82-FD56-C730-22C9-90936728C92C}"/>
          </ac:spMkLst>
        </pc:spChg>
      </pc:sldChg>
      <pc:sldChg chg="modSp add mod modAnim">
        <pc:chgData name="Aster Wallace" userId="91e458b8a417f5b6" providerId="LiveId" clId="{B74DA58B-9817-41FC-9168-9DCB010EE688}" dt="2025-03-23T17:41:08.782" v="1958" actId="1076"/>
        <pc:sldMkLst>
          <pc:docMk/>
          <pc:sldMk cId="493320697" sldId="264"/>
        </pc:sldMkLst>
        <pc:spChg chg="mod">
          <ac:chgData name="Aster Wallace" userId="91e458b8a417f5b6" providerId="LiveId" clId="{B74DA58B-9817-41FC-9168-9DCB010EE688}" dt="2025-03-23T17:40:41.746" v="1935" actId="20577"/>
          <ac:spMkLst>
            <pc:docMk/>
            <pc:sldMk cId="493320697" sldId="264"/>
            <ac:spMk id="3" creationId="{8008FD47-56FD-0709-C582-87F83B3B0202}"/>
          </ac:spMkLst>
        </pc:spChg>
        <pc:spChg chg="mod">
          <ac:chgData name="Aster Wallace" userId="91e458b8a417f5b6" providerId="LiveId" clId="{B74DA58B-9817-41FC-9168-9DCB010EE688}" dt="2025-03-23T04:23:14.261" v="1698" actId="207"/>
          <ac:spMkLst>
            <pc:docMk/>
            <pc:sldMk cId="493320697" sldId="264"/>
            <ac:spMk id="4" creationId="{9BA1E76A-2A12-4020-1188-B288A6715A41}"/>
          </ac:spMkLst>
        </pc:spChg>
        <pc:spChg chg="mod">
          <ac:chgData name="Aster Wallace" userId="91e458b8a417f5b6" providerId="LiveId" clId="{B74DA58B-9817-41FC-9168-9DCB010EE688}" dt="2025-03-23T17:41:04.398" v="1957"/>
          <ac:spMkLst>
            <pc:docMk/>
            <pc:sldMk cId="493320697" sldId="264"/>
            <ac:spMk id="5" creationId="{E576B25E-E5C3-5231-ED5A-E5648AADD3DF}"/>
          </ac:spMkLst>
        </pc:spChg>
        <pc:spChg chg="mod">
          <ac:chgData name="Aster Wallace" userId="91e458b8a417f5b6" providerId="LiveId" clId="{B74DA58B-9817-41FC-9168-9DCB010EE688}" dt="2025-03-23T17:41:08.782" v="1958" actId="1076"/>
          <ac:spMkLst>
            <pc:docMk/>
            <pc:sldMk cId="493320697" sldId="264"/>
            <ac:spMk id="8" creationId="{10D03960-DC3A-2AF7-D925-99D961DC09C3}"/>
          </ac:spMkLst>
        </pc:spChg>
        <pc:spChg chg="mod">
          <ac:chgData name="Aster Wallace" userId="91e458b8a417f5b6" providerId="LiveId" clId="{B74DA58B-9817-41FC-9168-9DCB010EE688}" dt="2025-03-23T04:26:19.180" v="1742" actId="207"/>
          <ac:spMkLst>
            <pc:docMk/>
            <pc:sldMk cId="493320697" sldId="264"/>
            <ac:spMk id="9" creationId="{6803EE7F-4FBC-6841-CB52-D0D1BF10A448}"/>
          </ac:spMkLst>
        </pc:spChg>
      </pc:sldChg>
      <pc:sldChg chg="modSp add mod">
        <pc:chgData name="Aster Wallace" userId="91e458b8a417f5b6" providerId="LiveId" clId="{B74DA58B-9817-41FC-9168-9DCB010EE688}" dt="2025-03-23T04:26:29.531" v="1746" actId="1076"/>
        <pc:sldMkLst>
          <pc:docMk/>
          <pc:sldMk cId="799499027" sldId="265"/>
        </pc:sldMkLst>
        <pc:spChg chg="mod">
          <ac:chgData name="Aster Wallace" userId="91e458b8a417f5b6" providerId="LiveId" clId="{B74DA58B-9817-41FC-9168-9DCB010EE688}" dt="2025-03-23T02:50:31.176" v="1232"/>
          <ac:spMkLst>
            <pc:docMk/>
            <pc:sldMk cId="799499027" sldId="265"/>
            <ac:spMk id="3" creationId="{E7D9F304-2F24-966C-70C5-4BB31F110CB9}"/>
          </ac:spMkLst>
        </pc:spChg>
        <pc:spChg chg="mod">
          <ac:chgData name="Aster Wallace" userId="91e458b8a417f5b6" providerId="LiveId" clId="{B74DA58B-9817-41FC-9168-9DCB010EE688}" dt="2025-03-23T04:23:18.041" v="1699" actId="207"/>
          <ac:spMkLst>
            <pc:docMk/>
            <pc:sldMk cId="799499027" sldId="265"/>
            <ac:spMk id="4" creationId="{D2F21E81-2FE4-5017-7C7B-A1BD56833351}"/>
          </ac:spMkLst>
        </pc:spChg>
        <pc:spChg chg="mod">
          <ac:chgData name="Aster Wallace" userId="91e458b8a417f5b6" providerId="LiveId" clId="{B74DA58B-9817-41FC-9168-9DCB010EE688}" dt="2025-03-23T02:50:45.681" v="1234"/>
          <ac:spMkLst>
            <pc:docMk/>
            <pc:sldMk cId="799499027" sldId="265"/>
            <ac:spMk id="5" creationId="{6E426736-33DD-D87C-4060-7128661EAA3D}"/>
          </ac:spMkLst>
        </pc:spChg>
        <pc:spChg chg="mod">
          <ac:chgData name="Aster Wallace" userId="91e458b8a417f5b6" providerId="LiveId" clId="{B74DA58B-9817-41FC-9168-9DCB010EE688}" dt="2025-03-23T04:26:29.531" v="1746" actId="1076"/>
          <ac:spMkLst>
            <pc:docMk/>
            <pc:sldMk cId="799499027" sldId="265"/>
            <ac:spMk id="8" creationId="{CC4D8DD9-474E-1932-6C03-BCDE6E41A76E}"/>
          </ac:spMkLst>
        </pc:spChg>
        <pc:spChg chg="mod">
          <ac:chgData name="Aster Wallace" userId="91e458b8a417f5b6" providerId="LiveId" clId="{B74DA58B-9817-41FC-9168-9DCB010EE688}" dt="2025-03-23T04:26:26.905" v="1745" actId="207"/>
          <ac:spMkLst>
            <pc:docMk/>
            <pc:sldMk cId="799499027" sldId="265"/>
            <ac:spMk id="9" creationId="{34039DCB-5F8A-A1F4-5912-31BF4F8F4C25}"/>
          </ac:spMkLst>
        </pc:spChg>
      </pc:sldChg>
      <pc:sldChg chg="modSp add mod modAnim">
        <pc:chgData name="Aster Wallace" userId="91e458b8a417f5b6" providerId="LiveId" clId="{B74DA58B-9817-41FC-9168-9DCB010EE688}" dt="2025-03-23T04:26:38.794" v="1749" actId="1076"/>
        <pc:sldMkLst>
          <pc:docMk/>
          <pc:sldMk cId="3820064008" sldId="266"/>
        </pc:sldMkLst>
        <pc:spChg chg="mod">
          <ac:chgData name="Aster Wallace" userId="91e458b8a417f5b6" providerId="LiveId" clId="{B74DA58B-9817-41FC-9168-9DCB010EE688}" dt="2025-03-23T02:51:34.562" v="1241"/>
          <ac:spMkLst>
            <pc:docMk/>
            <pc:sldMk cId="3820064008" sldId="266"/>
            <ac:spMk id="3" creationId="{45D81E54-7DB3-6D8F-F2A3-3718B808DB83}"/>
          </ac:spMkLst>
        </pc:spChg>
        <pc:spChg chg="mod">
          <ac:chgData name="Aster Wallace" userId="91e458b8a417f5b6" providerId="LiveId" clId="{B74DA58B-9817-41FC-9168-9DCB010EE688}" dt="2025-03-23T04:23:21.437" v="1700" actId="207"/>
          <ac:spMkLst>
            <pc:docMk/>
            <pc:sldMk cId="3820064008" sldId="266"/>
            <ac:spMk id="4" creationId="{ECD6DAB6-47D3-CAC4-9AEB-41B1B66D222E}"/>
          </ac:spMkLst>
        </pc:spChg>
        <pc:spChg chg="mod">
          <ac:chgData name="Aster Wallace" userId="91e458b8a417f5b6" providerId="LiveId" clId="{B74DA58B-9817-41FC-9168-9DCB010EE688}" dt="2025-03-23T02:51:47.426" v="1245"/>
          <ac:spMkLst>
            <pc:docMk/>
            <pc:sldMk cId="3820064008" sldId="266"/>
            <ac:spMk id="5" creationId="{DD04FE71-5264-96A0-9A5A-5813042178F0}"/>
          </ac:spMkLst>
        </pc:spChg>
        <pc:spChg chg="mod">
          <ac:chgData name="Aster Wallace" userId="91e458b8a417f5b6" providerId="LiveId" clId="{B74DA58B-9817-41FC-9168-9DCB010EE688}" dt="2025-03-23T04:26:38.794" v="1749" actId="1076"/>
          <ac:spMkLst>
            <pc:docMk/>
            <pc:sldMk cId="3820064008" sldId="266"/>
            <ac:spMk id="8" creationId="{74F9A039-72EB-0190-09BB-C5423588EE42}"/>
          </ac:spMkLst>
        </pc:spChg>
        <pc:spChg chg="mod">
          <ac:chgData name="Aster Wallace" userId="91e458b8a417f5b6" providerId="LiveId" clId="{B74DA58B-9817-41FC-9168-9DCB010EE688}" dt="2025-03-23T04:26:35.572" v="1748" actId="207"/>
          <ac:spMkLst>
            <pc:docMk/>
            <pc:sldMk cId="3820064008" sldId="266"/>
            <ac:spMk id="9" creationId="{08D15615-CB91-F5B8-FD3D-3B9072BBFC76}"/>
          </ac:spMkLst>
        </pc:spChg>
      </pc:sldChg>
      <pc:sldChg chg="modSp add mod modAnim">
        <pc:chgData name="Aster Wallace" userId="91e458b8a417f5b6" providerId="LiveId" clId="{B74DA58B-9817-41FC-9168-9DCB010EE688}" dt="2025-03-23T04:26:50.120" v="1752" actId="1076"/>
        <pc:sldMkLst>
          <pc:docMk/>
          <pc:sldMk cId="733733546" sldId="267"/>
        </pc:sldMkLst>
        <pc:spChg chg="mod">
          <ac:chgData name="Aster Wallace" userId="91e458b8a417f5b6" providerId="LiveId" clId="{B74DA58B-9817-41FC-9168-9DCB010EE688}" dt="2025-03-23T03:52:26.808" v="1585" actId="20577"/>
          <ac:spMkLst>
            <pc:docMk/>
            <pc:sldMk cId="733733546" sldId="267"/>
            <ac:spMk id="3" creationId="{16718716-3E19-B738-4A54-619FA031001E}"/>
          </ac:spMkLst>
        </pc:spChg>
        <pc:spChg chg="mod">
          <ac:chgData name="Aster Wallace" userId="91e458b8a417f5b6" providerId="LiveId" clId="{B74DA58B-9817-41FC-9168-9DCB010EE688}" dt="2025-03-23T04:23:24.572" v="1701" actId="207"/>
          <ac:spMkLst>
            <pc:docMk/>
            <pc:sldMk cId="733733546" sldId="267"/>
            <ac:spMk id="4" creationId="{57EF9B05-C1CF-DCA5-D1AA-15AC30518C43}"/>
          </ac:spMkLst>
        </pc:spChg>
        <pc:spChg chg="mod">
          <ac:chgData name="Aster Wallace" userId="91e458b8a417f5b6" providerId="LiveId" clId="{B74DA58B-9817-41FC-9168-9DCB010EE688}" dt="2025-03-23T02:53:59.105" v="1314"/>
          <ac:spMkLst>
            <pc:docMk/>
            <pc:sldMk cId="733733546" sldId="267"/>
            <ac:spMk id="5" creationId="{CCD2AD2C-01AC-0938-F416-55CBB2C11072}"/>
          </ac:spMkLst>
        </pc:spChg>
        <pc:spChg chg="mod">
          <ac:chgData name="Aster Wallace" userId="91e458b8a417f5b6" providerId="LiveId" clId="{B74DA58B-9817-41FC-9168-9DCB010EE688}" dt="2025-03-23T04:26:50.120" v="1752" actId="1076"/>
          <ac:spMkLst>
            <pc:docMk/>
            <pc:sldMk cId="733733546" sldId="267"/>
            <ac:spMk id="8" creationId="{81900E59-A9EF-2FAF-4D85-F8B19129A5FA}"/>
          </ac:spMkLst>
        </pc:spChg>
        <pc:spChg chg="mod">
          <ac:chgData name="Aster Wallace" userId="91e458b8a417f5b6" providerId="LiveId" clId="{B74DA58B-9817-41FC-9168-9DCB010EE688}" dt="2025-03-23T04:26:47.038" v="1751" actId="207"/>
          <ac:spMkLst>
            <pc:docMk/>
            <pc:sldMk cId="733733546" sldId="267"/>
            <ac:spMk id="9" creationId="{FC80D485-6648-6B77-3776-4869F3BB90D4}"/>
          </ac:spMkLst>
        </pc:spChg>
      </pc:sldChg>
      <pc:sldChg chg="modSp add mod modAnim">
        <pc:chgData name="Aster Wallace" userId="91e458b8a417f5b6" providerId="LiveId" clId="{B74DA58B-9817-41FC-9168-9DCB010EE688}" dt="2025-03-23T17:43:14.037" v="2043" actId="1076"/>
        <pc:sldMkLst>
          <pc:docMk/>
          <pc:sldMk cId="4116655898" sldId="268"/>
        </pc:sldMkLst>
        <pc:spChg chg="mod">
          <ac:chgData name="Aster Wallace" userId="91e458b8a417f5b6" providerId="LiveId" clId="{B74DA58B-9817-41FC-9168-9DCB010EE688}" dt="2025-03-23T03:30:42.338" v="1348" actId="20577"/>
          <ac:spMkLst>
            <pc:docMk/>
            <pc:sldMk cId="4116655898" sldId="268"/>
            <ac:spMk id="3" creationId="{0309AA2B-EADD-FD9F-8D97-3195660D094A}"/>
          </ac:spMkLst>
        </pc:spChg>
        <pc:spChg chg="mod">
          <ac:chgData name="Aster Wallace" userId="91e458b8a417f5b6" providerId="LiveId" clId="{B74DA58B-9817-41FC-9168-9DCB010EE688}" dt="2025-03-23T04:23:40.436" v="1702" actId="207"/>
          <ac:spMkLst>
            <pc:docMk/>
            <pc:sldMk cId="4116655898" sldId="268"/>
            <ac:spMk id="4" creationId="{9F3E3266-9E86-530D-D3C0-486F9968AB07}"/>
          </ac:spMkLst>
        </pc:spChg>
        <pc:spChg chg="mod">
          <ac:chgData name="Aster Wallace" userId="91e458b8a417f5b6" providerId="LiveId" clId="{B74DA58B-9817-41FC-9168-9DCB010EE688}" dt="2025-03-23T03:51:54.049" v="1571" actId="255"/>
          <ac:spMkLst>
            <pc:docMk/>
            <pc:sldMk cId="4116655898" sldId="268"/>
            <ac:spMk id="5" creationId="{8F69A490-E96A-02E1-57D7-1D6539C722E6}"/>
          </ac:spMkLst>
        </pc:spChg>
        <pc:spChg chg="mod">
          <ac:chgData name="Aster Wallace" userId="91e458b8a417f5b6" providerId="LiveId" clId="{B74DA58B-9817-41FC-9168-9DCB010EE688}" dt="2025-03-23T17:43:14.037" v="2043" actId="1076"/>
          <ac:spMkLst>
            <pc:docMk/>
            <pc:sldMk cId="4116655898" sldId="268"/>
            <ac:spMk id="8" creationId="{EB064548-670A-6C06-CC5E-B06106346438}"/>
          </ac:spMkLst>
        </pc:spChg>
        <pc:spChg chg="mod">
          <ac:chgData name="Aster Wallace" userId="91e458b8a417f5b6" providerId="LiveId" clId="{B74DA58B-9817-41FC-9168-9DCB010EE688}" dt="2025-03-23T04:26:56.933" v="1755" actId="207"/>
          <ac:spMkLst>
            <pc:docMk/>
            <pc:sldMk cId="4116655898" sldId="268"/>
            <ac:spMk id="9" creationId="{27F907F5-EB19-B1FA-01CD-CE7F14262F8D}"/>
          </ac:spMkLst>
        </pc:spChg>
      </pc:sldChg>
      <pc:sldChg chg="addSp delSp modSp add mod">
        <pc:chgData name="Aster Wallace" userId="91e458b8a417f5b6" providerId="LiveId" clId="{B74DA58B-9817-41FC-9168-9DCB010EE688}" dt="2025-03-23T17:41:48.401" v="1989" actId="1076"/>
        <pc:sldMkLst>
          <pc:docMk/>
          <pc:sldMk cId="815534352" sldId="269"/>
        </pc:sldMkLst>
        <pc:spChg chg="mod">
          <ac:chgData name="Aster Wallace" userId="91e458b8a417f5b6" providerId="LiveId" clId="{B74DA58B-9817-41FC-9168-9DCB010EE688}" dt="2025-03-23T17:37:57.140" v="1878" actId="20577"/>
          <ac:spMkLst>
            <pc:docMk/>
            <pc:sldMk cId="815534352" sldId="269"/>
            <ac:spMk id="3" creationId="{CE7D29CE-B814-184F-C880-9D48E582FACE}"/>
          </ac:spMkLst>
        </pc:spChg>
        <pc:spChg chg="mod">
          <ac:chgData name="Aster Wallace" userId="91e458b8a417f5b6" providerId="LiveId" clId="{B74DA58B-9817-41FC-9168-9DCB010EE688}" dt="2025-03-23T04:23:43.725" v="1703" actId="207"/>
          <ac:spMkLst>
            <pc:docMk/>
            <pc:sldMk cId="815534352" sldId="269"/>
            <ac:spMk id="4" creationId="{58E8A9AD-6FE8-88DA-A5BF-6D527A21EB3B}"/>
          </ac:spMkLst>
        </pc:spChg>
        <pc:spChg chg="mod">
          <ac:chgData name="Aster Wallace" userId="91e458b8a417f5b6" providerId="LiveId" clId="{B74DA58B-9817-41FC-9168-9DCB010EE688}" dt="2025-03-23T17:41:41.438" v="1988" actId="20577"/>
          <ac:spMkLst>
            <pc:docMk/>
            <pc:sldMk cId="815534352" sldId="269"/>
            <ac:spMk id="5" creationId="{CEC60D21-10D2-40A0-68F2-388BEB1C6F95}"/>
          </ac:spMkLst>
        </pc:spChg>
        <pc:spChg chg="mod">
          <ac:chgData name="Aster Wallace" userId="91e458b8a417f5b6" providerId="LiveId" clId="{B74DA58B-9817-41FC-9168-9DCB010EE688}" dt="2025-03-23T17:41:48.401" v="1989" actId="1076"/>
          <ac:spMkLst>
            <pc:docMk/>
            <pc:sldMk cId="815534352" sldId="269"/>
            <ac:spMk id="8" creationId="{5F79247D-E9A2-F6A4-41AC-B0D688F4733F}"/>
          </ac:spMkLst>
        </pc:spChg>
        <pc:spChg chg="mod">
          <ac:chgData name="Aster Wallace" userId="91e458b8a417f5b6" providerId="LiveId" clId="{B74DA58B-9817-41FC-9168-9DCB010EE688}" dt="2025-03-23T04:27:05.087" v="1758" actId="207"/>
          <ac:spMkLst>
            <pc:docMk/>
            <pc:sldMk cId="815534352" sldId="269"/>
            <ac:spMk id="9" creationId="{86D11672-3CF7-25B7-4752-8D5613CBBC6D}"/>
          </ac:spMkLst>
        </pc:spChg>
      </pc:sldChg>
      <pc:sldChg chg="modSp add mod">
        <pc:chgData name="Aster Wallace" userId="91e458b8a417f5b6" providerId="LiveId" clId="{B74DA58B-9817-41FC-9168-9DCB010EE688}" dt="2025-03-23T17:44:24.224" v="2144" actId="1076"/>
        <pc:sldMkLst>
          <pc:docMk/>
          <pc:sldMk cId="1628079129" sldId="270"/>
        </pc:sldMkLst>
        <pc:spChg chg="mod">
          <ac:chgData name="Aster Wallace" userId="91e458b8a417f5b6" providerId="LiveId" clId="{B74DA58B-9817-41FC-9168-9DCB010EE688}" dt="2025-03-23T03:34:50.080" v="1376"/>
          <ac:spMkLst>
            <pc:docMk/>
            <pc:sldMk cId="1628079129" sldId="270"/>
            <ac:spMk id="3" creationId="{CD242724-671D-1D76-8C72-3498DC886D00}"/>
          </ac:spMkLst>
        </pc:spChg>
        <pc:spChg chg="mod">
          <ac:chgData name="Aster Wallace" userId="91e458b8a417f5b6" providerId="LiveId" clId="{B74DA58B-9817-41FC-9168-9DCB010EE688}" dt="2025-03-23T04:23:47.260" v="1704" actId="207"/>
          <ac:spMkLst>
            <pc:docMk/>
            <pc:sldMk cId="1628079129" sldId="270"/>
            <ac:spMk id="4" creationId="{B86614CA-6F1C-AAC9-A74A-00144BB09289}"/>
          </ac:spMkLst>
        </pc:spChg>
        <pc:spChg chg="mod">
          <ac:chgData name="Aster Wallace" userId="91e458b8a417f5b6" providerId="LiveId" clId="{B74DA58B-9817-41FC-9168-9DCB010EE688}" dt="2025-03-23T17:44:20.196" v="2143" actId="5793"/>
          <ac:spMkLst>
            <pc:docMk/>
            <pc:sldMk cId="1628079129" sldId="270"/>
            <ac:spMk id="5" creationId="{18769F6D-E188-9E5D-031B-CBB1413FA836}"/>
          </ac:spMkLst>
        </pc:spChg>
        <pc:spChg chg="mod">
          <ac:chgData name="Aster Wallace" userId="91e458b8a417f5b6" providerId="LiveId" clId="{B74DA58B-9817-41FC-9168-9DCB010EE688}" dt="2025-03-23T17:44:24.224" v="2144" actId="1076"/>
          <ac:spMkLst>
            <pc:docMk/>
            <pc:sldMk cId="1628079129" sldId="270"/>
            <ac:spMk id="8" creationId="{AD8FF56B-F83D-5A46-C4FF-680A9250BAB4}"/>
          </ac:spMkLst>
        </pc:spChg>
        <pc:spChg chg="mod">
          <ac:chgData name="Aster Wallace" userId="91e458b8a417f5b6" providerId="LiveId" clId="{B74DA58B-9817-41FC-9168-9DCB010EE688}" dt="2025-03-23T04:27:19.552" v="1761" actId="207"/>
          <ac:spMkLst>
            <pc:docMk/>
            <pc:sldMk cId="1628079129" sldId="270"/>
            <ac:spMk id="9" creationId="{38953EE6-0B7A-129F-539B-9332CA4996BF}"/>
          </ac:spMkLst>
        </pc:spChg>
      </pc:sldChg>
      <pc:sldChg chg="delSp modSp add del mod delAnim">
        <pc:chgData name="Aster Wallace" userId="91e458b8a417f5b6" providerId="LiveId" clId="{B74DA58B-9817-41FC-9168-9DCB010EE688}" dt="2025-03-23T03:39:51.848" v="1408" actId="47"/>
        <pc:sldMkLst>
          <pc:docMk/>
          <pc:sldMk cId="834344673" sldId="271"/>
        </pc:sldMkLst>
      </pc:sldChg>
      <pc:sldChg chg="modSp add mod">
        <pc:chgData name="Aster Wallace" userId="91e458b8a417f5b6" providerId="LiveId" clId="{B74DA58B-9817-41FC-9168-9DCB010EE688}" dt="2025-03-23T17:43:00.140" v="2041" actId="1076"/>
        <pc:sldMkLst>
          <pc:docMk/>
          <pc:sldMk cId="837392400" sldId="272"/>
        </pc:sldMkLst>
        <pc:spChg chg="mod">
          <ac:chgData name="Aster Wallace" userId="91e458b8a417f5b6" providerId="LiveId" clId="{B74DA58B-9817-41FC-9168-9DCB010EE688}" dt="2025-03-23T04:23:50.715" v="1705" actId="207"/>
          <ac:spMkLst>
            <pc:docMk/>
            <pc:sldMk cId="837392400" sldId="272"/>
            <ac:spMk id="4" creationId="{4F2A9882-1B6B-F846-5E7C-F551AFCBEE52}"/>
          </ac:spMkLst>
        </pc:spChg>
        <pc:spChg chg="mod">
          <ac:chgData name="Aster Wallace" userId="91e458b8a417f5b6" providerId="LiveId" clId="{B74DA58B-9817-41FC-9168-9DCB010EE688}" dt="2025-03-23T03:50:02.014" v="1517" actId="404"/>
          <ac:spMkLst>
            <pc:docMk/>
            <pc:sldMk cId="837392400" sldId="272"/>
            <ac:spMk id="5" creationId="{63156F45-44B7-4513-90E7-5CF64E84E811}"/>
          </ac:spMkLst>
        </pc:spChg>
        <pc:spChg chg="mod">
          <ac:chgData name="Aster Wallace" userId="91e458b8a417f5b6" providerId="LiveId" clId="{B74DA58B-9817-41FC-9168-9DCB010EE688}" dt="2025-03-23T17:43:00.140" v="2041" actId="1076"/>
          <ac:spMkLst>
            <pc:docMk/>
            <pc:sldMk cId="837392400" sldId="272"/>
            <ac:spMk id="8" creationId="{777A7195-5A0A-1C4D-BC17-EBDBCBB519F0}"/>
          </ac:spMkLst>
        </pc:spChg>
        <pc:spChg chg="mod">
          <ac:chgData name="Aster Wallace" userId="91e458b8a417f5b6" providerId="LiveId" clId="{B74DA58B-9817-41FC-9168-9DCB010EE688}" dt="2025-03-23T04:27:28.936" v="1764" actId="207"/>
          <ac:spMkLst>
            <pc:docMk/>
            <pc:sldMk cId="837392400" sldId="272"/>
            <ac:spMk id="9" creationId="{72E9D044-855E-331F-2A0F-E33BA2BA6451}"/>
          </ac:spMkLst>
        </pc:spChg>
      </pc:sldChg>
      <pc:sldChg chg="addSp modSp add mod">
        <pc:chgData name="Aster Wallace" userId="91e458b8a417f5b6" providerId="LiveId" clId="{B74DA58B-9817-41FC-9168-9DCB010EE688}" dt="2025-03-23T04:27:40.958" v="1768" actId="1076"/>
        <pc:sldMkLst>
          <pc:docMk/>
          <pc:sldMk cId="1544118623" sldId="273"/>
        </pc:sldMkLst>
        <pc:spChg chg="mod">
          <ac:chgData name="Aster Wallace" userId="91e458b8a417f5b6" providerId="LiveId" clId="{B74DA58B-9817-41FC-9168-9DCB010EE688}" dt="2025-03-23T03:37:19.741" v="1397"/>
          <ac:spMkLst>
            <pc:docMk/>
            <pc:sldMk cId="1544118623" sldId="273"/>
            <ac:spMk id="3" creationId="{FC04F5B5-835C-0240-C047-EAA562EF19DD}"/>
          </ac:spMkLst>
        </pc:spChg>
        <pc:spChg chg="mod">
          <ac:chgData name="Aster Wallace" userId="91e458b8a417f5b6" providerId="LiveId" clId="{B74DA58B-9817-41FC-9168-9DCB010EE688}" dt="2025-03-23T04:23:53.888" v="1706" actId="207"/>
          <ac:spMkLst>
            <pc:docMk/>
            <pc:sldMk cId="1544118623" sldId="273"/>
            <ac:spMk id="4" creationId="{3644EFA0-D7A4-9FBE-D312-AA91C8962DB7}"/>
          </ac:spMkLst>
        </pc:spChg>
        <pc:spChg chg="mod">
          <ac:chgData name="Aster Wallace" userId="91e458b8a417f5b6" providerId="LiveId" clId="{B74DA58B-9817-41FC-9168-9DCB010EE688}" dt="2025-03-23T03:37:34.061" v="1399"/>
          <ac:spMkLst>
            <pc:docMk/>
            <pc:sldMk cId="1544118623" sldId="273"/>
            <ac:spMk id="5" creationId="{6ED2FD70-5A2A-9AD2-92FE-BB942DCFBAB4}"/>
          </ac:spMkLst>
        </pc:spChg>
        <pc:spChg chg="mod">
          <ac:chgData name="Aster Wallace" userId="91e458b8a417f5b6" providerId="LiveId" clId="{B74DA58B-9817-41FC-9168-9DCB010EE688}" dt="2025-03-23T04:27:40.958" v="1768" actId="1076"/>
          <ac:spMkLst>
            <pc:docMk/>
            <pc:sldMk cId="1544118623" sldId="273"/>
            <ac:spMk id="8" creationId="{95D887FD-366C-CDD6-C8BC-0BF74A2E3064}"/>
          </ac:spMkLst>
        </pc:spChg>
        <pc:spChg chg="mod">
          <ac:chgData name="Aster Wallace" userId="91e458b8a417f5b6" providerId="LiveId" clId="{B74DA58B-9817-41FC-9168-9DCB010EE688}" dt="2025-03-23T04:27:37.981" v="1767" actId="207"/>
          <ac:spMkLst>
            <pc:docMk/>
            <pc:sldMk cId="1544118623" sldId="273"/>
            <ac:spMk id="9" creationId="{DFA6FB0E-2FC1-7327-3357-EE2ED2E288C9}"/>
          </ac:spMkLst>
        </pc:spChg>
      </pc:sldChg>
      <pc:sldChg chg="modSp add mod">
        <pc:chgData name="Aster Wallace" userId="91e458b8a417f5b6" providerId="LiveId" clId="{B74DA58B-9817-41FC-9168-9DCB010EE688}" dt="2025-03-23T04:27:52.264" v="1771" actId="1076"/>
        <pc:sldMkLst>
          <pc:docMk/>
          <pc:sldMk cId="645991770" sldId="274"/>
        </pc:sldMkLst>
        <pc:spChg chg="mod">
          <ac:chgData name="Aster Wallace" userId="91e458b8a417f5b6" providerId="LiveId" clId="{B74DA58B-9817-41FC-9168-9DCB010EE688}" dt="2025-03-23T03:46:49.169" v="1451" actId="313"/>
          <ac:spMkLst>
            <pc:docMk/>
            <pc:sldMk cId="645991770" sldId="274"/>
            <ac:spMk id="3" creationId="{7D54A85C-1EF0-1C6F-FC60-1BFD44A4006A}"/>
          </ac:spMkLst>
        </pc:spChg>
        <pc:spChg chg="mod">
          <ac:chgData name="Aster Wallace" userId="91e458b8a417f5b6" providerId="LiveId" clId="{B74DA58B-9817-41FC-9168-9DCB010EE688}" dt="2025-03-23T04:23:57.404" v="1707" actId="207"/>
          <ac:spMkLst>
            <pc:docMk/>
            <pc:sldMk cId="645991770" sldId="274"/>
            <ac:spMk id="4" creationId="{9EAF0992-5072-939F-3668-19FD1C1AF155}"/>
          </ac:spMkLst>
        </pc:spChg>
        <pc:spChg chg="mod">
          <ac:chgData name="Aster Wallace" userId="91e458b8a417f5b6" providerId="LiveId" clId="{B74DA58B-9817-41FC-9168-9DCB010EE688}" dt="2025-03-23T03:51:15.015" v="1557" actId="20577"/>
          <ac:spMkLst>
            <pc:docMk/>
            <pc:sldMk cId="645991770" sldId="274"/>
            <ac:spMk id="5" creationId="{53D1DA6E-9A93-89FD-9984-8BEC1584664C}"/>
          </ac:spMkLst>
        </pc:spChg>
        <pc:spChg chg="mod">
          <ac:chgData name="Aster Wallace" userId="91e458b8a417f5b6" providerId="LiveId" clId="{B74DA58B-9817-41FC-9168-9DCB010EE688}" dt="2025-03-23T04:27:52.264" v="1771" actId="1076"/>
          <ac:spMkLst>
            <pc:docMk/>
            <pc:sldMk cId="645991770" sldId="274"/>
            <ac:spMk id="8" creationId="{6F677CD2-6614-C8B5-F481-BD4CC8A9566E}"/>
          </ac:spMkLst>
        </pc:spChg>
        <pc:spChg chg="mod">
          <ac:chgData name="Aster Wallace" userId="91e458b8a417f5b6" providerId="LiveId" clId="{B74DA58B-9817-41FC-9168-9DCB010EE688}" dt="2025-03-23T04:27:47.438" v="1770" actId="207"/>
          <ac:spMkLst>
            <pc:docMk/>
            <pc:sldMk cId="645991770" sldId="274"/>
            <ac:spMk id="9" creationId="{049C1533-4F31-E93B-62CF-6399484488CD}"/>
          </ac:spMkLst>
        </pc:spChg>
      </pc:sldChg>
      <pc:sldChg chg="modSp add mod">
        <pc:chgData name="Aster Wallace" userId="91e458b8a417f5b6" providerId="LiveId" clId="{B74DA58B-9817-41FC-9168-9DCB010EE688}" dt="2025-03-23T17:45:27.250" v="2203" actId="1076"/>
        <pc:sldMkLst>
          <pc:docMk/>
          <pc:sldMk cId="701072104" sldId="275"/>
        </pc:sldMkLst>
        <pc:spChg chg="mod">
          <ac:chgData name="Aster Wallace" userId="91e458b8a417f5b6" providerId="LiveId" clId="{B74DA58B-9817-41FC-9168-9DCB010EE688}" dt="2025-03-23T03:53:31.593" v="1589"/>
          <ac:spMkLst>
            <pc:docMk/>
            <pc:sldMk cId="701072104" sldId="275"/>
            <ac:spMk id="3" creationId="{AA7DDE52-1397-49EA-2B2E-4D8A4BF82E41}"/>
          </ac:spMkLst>
        </pc:spChg>
        <pc:spChg chg="mod">
          <ac:chgData name="Aster Wallace" userId="91e458b8a417f5b6" providerId="LiveId" clId="{B74DA58B-9817-41FC-9168-9DCB010EE688}" dt="2025-03-23T04:24:01.242" v="1708" actId="207"/>
          <ac:spMkLst>
            <pc:docMk/>
            <pc:sldMk cId="701072104" sldId="275"/>
            <ac:spMk id="4" creationId="{66209316-1A5B-B14E-6A41-CA3C09F43E63}"/>
          </ac:spMkLst>
        </pc:spChg>
        <pc:spChg chg="mod">
          <ac:chgData name="Aster Wallace" userId="91e458b8a417f5b6" providerId="LiveId" clId="{B74DA58B-9817-41FC-9168-9DCB010EE688}" dt="2025-03-23T03:54:06.876" v="1599" actId="255"/>
          <ac:spMkLst>
            <pc:docMk/>
            <pc:sldMk cId="701072104" sldId="275"/>
            <ac:spMk id="5" creationId="{1283ED34-3C0C-261B-A835-2CCF2C1EFE88}"/>
          </ac:spMkLst>
        </pc:spChg>
        <pc:spChg chg="mod">
          <ac:chgData name="Aster Wallace" userId="91e458b8a417f5b6" providerId="LiveId" clId="{B74DA58B-9817-41FC-9168-9DCB010EE688}" dt="2025-03-23T17:45:27.250" v="2203" actId="1076"/>
          <ac:spMkLst>
            <pc:docMk/>
            <pc:sldMk cId="701072104" sldId="275"/>
            <ac:spMk id="8" creationId="{64FAF056-BE75-077E-075C-9925BFADFB13}"/>
          </ac:spMkLst>
        </pc:spChg>
        <pc:spChg chg="mod">
          <ac:chgData name="Aster Wallace" userId="91e458b8a417f5b6" providerId="LiveId" clId="{B74DA58B-9817-41FC-9168-9DCB010EE688}" dt="2025-03-23T04:27:57.560" v="1773" actId="207"/>
          <ac:spMkLst>
            <pc:docMk/>
            <pc:sldMk cId="701072104" sldId="275"/>
            <ac:spMk id="9" creationId="{3C709D99-2525-B3DF-6718-E89593A033F7}"/>
          </ac:spMkLst>
        </pc:spChg>
      </pc:sldChg>
      <pc:sldChg chg="modSp add mod">
        <pc:chgData name="Aster Wallace" userId="91e458b8a417f5b6" providerId="LiveId" clId="{B74DA58B-9817-41FC-9168-9DCB010EE688}" dt="2025-03-23T17:45:14.594" v="2202" actId="1076"/>
        <pc:sldMkLst>
          <pc:docMk/>
          <pc:sldMk cId="4086726119" sldId="276"/>
        </pc:sldMkLst>
        <pc:spChg chg="mod">
          <ac:chgData name="Aster Wallace" userId="91e458b8a417f5b6" providerId="LiveId" clId="{B74DA58B-9817-41FC-9168-9DCB010EE688}" dt="2025-03-23T03:54:31.375" v="1605" actId="27636"/>
          <ac:spMkLst>
            <pc:docMk/>
            <pc:sldMk cId="4086726119" sldId="276"/>
            <ac:spMk id="3" creationId="{A5BFF949-9C5B-9D33-15DB-158B14B643AE}"/>
          </ac:spMkLst>
        </pc:spChg>
        <pc:spChg chg="mod">
          <ac:chgData name="Aster Wallace" userId="91e458b8a417f5b6" providerId="LiveId" clId="{B74DA58B-9817-41FC-9168-9DCB010EE688}" dt="2025-03-23T04:24:09.091" v="1709" actId="207"/>
          <ac:spMkLst>
            <pc:docMk/>
            <pc:sldMk cId="4086726119" sldId="276"/>
            <ac:spMk id="4" creationId="{E4E37274-9473-D04C-1713-DE3BD1405354}"/>
          </ac:spMkLst>
        </pc:spChg>
        <pc:spChg chg="mod">
          <ac:chgData name="Aster Wallace" userId="91e458b8a417f5b6" providerId="LiveId" clId="{B74DA58B-9817-41FC-9168-9DCB010EE688}" dt="2025-03-23T17:45:10.317" v="2201" actId="20577"/>
          <ac:spMkLst>
            <pc:docMk/>
            <pc:sldMk cId="4086726119" sldId="276"/>
            <ac:spMk id="5" creationId="{A8BB7E0D-B529-EB6A-06A7-8099F8F903A2}"/>
          </ac:spMkLst>
        </pc:spChg>
        <pc:spChg chg="mod">
          <ac:chgData name="Aster Wallace" userId="91e458b8a417f5b6" providerId="LiveId" clId="{B74DA58B-9817-41FC-9168-9DCB010EE688}" dt="2025-03-23T17:45:14.594" v="2202" actId="1076"/>
          <ac:spMkLst>
            <pc:docMk/>
            <pc:sldMk cId="4086726119" sldId="276"/>
            <ac:spMk id="8" creationId="{0F85D673-BB7F-0AC2-A106-930E199827CE}"/>
          </ac:spMkLst>
        </pc:spChg>
        <pc:spChg chg="mod">
          <ac:chgData name="Aster Wallace" userId="91e458b8a417f5b6" providerId="LiveId" clId="{B74DA58B-9817-41FC-9168-9DCB010EE688}" dt="2025-03-23T04:28:10.891" v="1776" actId="207"/>
          <ac:spMkLst>
            <pc:docMk/>
            <pc:sldMk cId="4086726119" sldId="276"/>
            <ac:spMk id="9" creationId="{74D202C5-4FC0-61B1-6864-8C42EE5F5A32}"/>
          </ac:spMkLst>
        </pc:spChg>
      </pc:sldChg>
      <pc:sldChg chg="modSp add mod">
        <pc:chgData name="Aster Wallace" userId="91e458b8a417f5b6" providerId="LiveId" clId="{B74DA58B-9817-41FC-9168-9DCB010EE688}" dt="2025-03-23T04:28:25.446" v="1781" actId="1076"/>
        <pc:sldMkLst>
          <pc:docMk/>
          <pc:sldMk cId="1136219955" sldId="277"/>
        </pc:sldMkLst>
        <pc:spChg chg="mod">
          <ac:chgData name="Aster Wallace" userId="91e458b8a417f5b6" providerId="LiveId" clId="{B74DA58B-9817-41FC-9168-9DCB010EE688}" dt="2025-03-23T03:55:07.662" v="1618" actId="27636"/>
          <ac:spMkLst>
            <pc:docMk/>
            <pc:sldMk cId="1136219955" sldId="277"/>
            <ac:spMk id="3" creationId="{C1A60F84-6FB3-6DCD-C649-173254687133}"/>
          </ac:spMkLst>
        </pc:spChg>
        <pc:spChg chg="mod">
          <ac:chgData name="Aster Wallace" userId="91e458b8a417f5b6" providerId="LiveId" clId="{B74DA58B-9817-41FC-9168-9DCB010EE688}" dt="2025-03-23T04:24:12.061" v="1710" actId="207"/>
          <ac:spMkLst>
            <pc:docMk/>
            <pc:sldMk cId="1136219955" sldId="277"/>
            <ac:spMk id="4" creationId="{7850C076-0412-C0BB-FD57-DF5C5828D87D}"/>
          </ac:spMkLst>
        </pc:spChg>
        <pc:spChg chg="mod">
          <ac:chgData name="Aster Wallace" userId="91e458b8a417f5b6" providerId="LiveId" clId="{B74DA58B-9817-41FC-9168-9DCB010EE688}" dt="2025-03-23T03:55:17.529" v="1620"/>
          <ac:spMkLst>
            <pc:docMk/>
            <pc:sldMk cId="1136219955" sldId="277"/>
            <ac:spMk id="5" creationId="{EC2D38E8-4E9E-B024-E8F8-1C24D5F225B6}"/>
          </ac:spMkLst>
        </pc:spChg>
        <pc:spChg chg="mod">
          <ac:chgData name="Aster Wallace" userId="91e458b8a417f5b6" providerId="LiveId" clId="{B74DA58B-9817-41FC-9168-9DCB010EE688}" dt="2025-03-23T04:28:25.446" v="1781" actId="1076"/>
          <ac:spMkLst>
            <pc:docMk/>
            <pc:sldMk cId="1136219955" sldId="277"/>
            <ac:spMk id="8" creationId="{CFD1DFA2-DEF0-3535-CED6-2F39BE410428}"/>
          </ac:spMkLst>
        </pc:spChg>
        <pc:spChg chg="mod">
          <ac:chgData name="Aster Wallace" userId="91e458b8a417f5b6" providerId="LiveId" clId="{B74DA58B-9817-41FC-9168-9DCB010EE688}" dt="2025-03-23T04:28:23.292" v="1780" actId="207"/>
          <ac:spMkLst>
            <pc:docMk/>
            <pc:sldMk cId="1136219955" sldId="277"/>
            <ac:spMk id="9" creationId="{A38B333B-7B8F-CCF8-54B3-2711308EBBAB}"/>
          </ac:spMkLst>
        </pc:spChg>
      </pc:sldChg>
      <pc:sldChg chg="modSp add mod">
        <pc:chgData name="Aster Wallace" userId="91e458b8a417f5b6" providerId="LiveId" clId="{B74DA58B-9817-41FC-9168-9DCB010EE688}" dt="2025-03-23T04:28:34.195" v="1784" actId="1076"/>
        <pc:sldMkLst>
          <pc:docMk/>
          <pc:sldMk cId="2889628554" sldId="278"/>
        </pc:sldMkLst>
        <pc:spChg chg="mod">
          <ac:chgData name="Aster Wallace" userId="91e458b8a417f5b6" providerId="LiveId" clId="{B74DA58B-9817-41FC-9168-9DCB010EE688}" dt="2025-03-23T03:55:31.267" v="1626"/>
          <ac:spMkLst>
            <pc:docMk/>
            <pc:sldMk cId="2889628554" sldId="278"/>
            <ac:spMk id="3" creationId="{2D18584E-D9BB-439E-9FA6-E1AB29852F55}"/>
          </ac:spMkLst>
        </pc:spChg>
        <pc:spChg chg="mod">
          <ac:chgData name="Aster Wallace" userId="91e458b8a417f5b6" providerId="LiveId" clId="{B74DA58B-9817-41FC-9168-9DCB010EE688}" dt="2025-03-23T04:24:15.309" v="1711" actId="207"/>
          <ac:spMkLst>
            <pc:docMk/>
            <pc:sldMk cId="2889628554" sldId="278"/>
            <ac:spMk id="4" creationId="{F7F54647-D7D1-EFF0-E199-BF46709C6B0A}"/>
          </ac:spMkLst>
        </pc:spChg>
        <pc:spChg chg="mod">
          <ac:chgData name="Aster Wallace" userId="91e458b8a417f5b6" providerId="LiveId" clId="{B74DA58B-9817-41FC-9168-9DCB010EE688}" dt="2025-03-23T03:55:39.569" v="1628"/>
          <ac:spMkLst>
            <pc:docMk/>
            <pc:sldMk cId="2889628554" sldId="278"/>
            <ac:spMk id="5" creationId="{D770DCF9-ECD6-90C2-E266-979E7987ADE7}"/>
          </ac:spMkLst>
        </pc:spChg>
        <pc:spChg chg="mod">
          <ac:chgData name="Aster Wallace" userId="91e458b8a417f5b6" providerId="LiveId" clId="{B74DA58B-9817-41FC-9168-9DCB010EE688}" dt="2025-03-23T04:28:34.195" v="1784" actId="1076"/>
          <ac:spMkLst>
            <pc:docMk/>
            <pc:sldMk cId="2889628554" sldId="278"/>
            <ac:spMk id="8" creationId="{9BB2A17E-64E8-A331-C4A2-AA4208ABFD72}"/>
          </ac:spMkLst>
        </pc:spChg>
        <pc:spChg chg="mod">
          <ac:chgData name="Aster Wallace" userId="91e458b8a417f5b6" providerId="LiveId" clId="{B74DA58B-9817-41FC-9168-9DCB010EE688}" dt="2025-03-23T04:28:30.742" v="1783" actId="207"/>
          <ac:spMkLst>
            <pc:docMk/>
            <pc:sldMk cId="2889628554" sldId="278"/>
            <ac:spMk id="9" creationId="{8D03BAAD-A57B-08FB-A49B-50CEAAC82777}"/>
          </ac:spMkLst>
        </pc:spChg>
      </pc:sldChg>
      <pc:sldMasterChg chg="modTransition modSldLayout">
        <pc:chgData name="Aster Wallace" userId="91e458b8a417f5b6" providerId="LiveId" clId="{B74DA58B-9817-41FC-9168-9DCB010EE688}" dt="2025-03-23T02:17:58.766" v="756"/>
        <pc:sldMasterMkLst>
          <pc:docMk/>
          <pc:sldMasterMk cId="2067414770" sldId="2147483912"/>
        </pc:sldMasterMkLst>
        <pc:sldLayoutChg chg="modTransition">
          <pc:chgData name="Aster Wallace" userId="91e458b8a417f5b6" providerId="LiveId" clId="{B74DA58B-9817-41FC-9168-9DCB010EE688}" dt="2025-03-23T02:17:58.766" v="756"/>
          <pc:sldLayoutMkLst>
            <pc:docMk/>
            <pc:sldMasterMk cId="2067414770" sldId="2147483912"/>
            <pc:sldLayoutMk cId="3928056941" sldId="2147483913"/>
          </pc:sldLayoutMkLst>
        </pc:sldLayoutChg>
        <pc:sldLayoutChg chg="modTransition">
          <pc:chgData name="Aster Wallace" userId="91e458b8a417f5b6" providerId="LiveId" clId="{B74DA58B-9817-41FC-9168-9DCB010EE688}" dt="2025-03-23T02:17:58.766" v="756"/>
          <pc:sldLayoutMkLst>
            <pc:docMk/>
            <pc:sldMasterMk cId="2067414770" sldId="2147483912"/>
            <pc:sldLayoutMk cId="4060759565" sldId="2147483914"/>
          </pc:sldLayoutMkLst>
        </pc:sldLayoutChg>
        <pc:sldLayoutChg chg="modTransition">
          <pc:chgData name="Aster Wallace" userId="91e458b8a417f5b6" providerId="LiveId" clId="{B74DA58B-9817-41FC-9168-9DCB010EE688}" dt="2025-03-23T02:17:58.766" v="756"/>
          <pc:sldLayoutMkLst>
            <pc:docMk/>
            <pc:sldMasterMk cId="2067414770" sldId="2147483912"/>
            <pc:sldLayoutMk cId="3221546133" sldId="2147483915"/>
          </pc:sldLayoutMkLst>
        </pc:sldLayoutChg>
        <pc:sldLayoutChg chg="modTransition">
          <pc:chgData name="Aster Wallace" userId="91e458b8a417f5b6" providerId="LiveId" clId="{B74DA58B-9817-41FC-9168-9DCB010EE688}" dt="2025-03-23T02:17:58.766" v="756"/>
          <pc:sldLayoutMkLst>
            <pc:docMk/>
            <pc:sldMasterMk cId="2067414770" sldId="2147483912"/>
            <pc:sldLayoutMk cId="199661660" sldId="2147483916"/>
          </pc:sldLayoutMkLst>
        </pc:sldLayoutChg>
        <pc:sldLayoutChg chg="modTransition">
          <pc:chgData name="Aster Wallace" userId="91e458b8a417f5b6" providerId="LiveId" clId="{B74DA58B-9817-41FC-9168-9DCB010EE688}" dt="2025-03-23T02:17:58.766" v="756"/>
          <pc:sldLayoutMkLst>
            <pc:docMk/>
            <pc:sldMasterMk cId="2067414770" sldId="2147483912"/>
            <pc:sldLayoutMk cId="1020709243" sldId="2147483917"/>
          </pc:sldLayoutMkLst>
        </pc:sldLayoutChg>
        <pc:sldLayoutChg chg="modTransition">
          <pc:chgData name="Aster Wallace" userId="91e458b8a417f5b6" providerId="LiveId" clId="{B74DA58B-9817-41FC-9168-9DCB010EE688}" dt="2025-03-23T02:17:58.766" v="756"/>
          <pc:sldLayoutMkLst>
            <pc:docMk/>
            <pc:sldMasterMk cId="2067414770" sldId="2147483912"/>
            <pc:sldLayoutMk cId="1531852124" sldId="2147483918"/>
          </pc:sldLayoutMkLst>
        </pc:sldLayoutChg>
        <pc:sldLayoutChg chg="modTransition">
          <pc:chgData name="Aster Wallace" userId="91e458b8a417f5b6" providerId="LiveId" clId="{B74DA58B-9817-41FC-9168-9DCB010EE688}" dt="2025-03-23T02:17:58.766" v="756"/>
          <pc:sldLayoutMkLst>
            <pc:docMk/>
            <pc:sldMasterMk cId="2067414770" sldId="2147483912"/>
            <pc:sldLayoutMk cId="2227941410" sldId="2147483919"/>
          </pc:sldLayoutMkLst>
        </pc:sldLayoutChg>
        <pc:sldLayoutChg chg="modTransition">
          <pc:chgData name="Aster Wallace" userId="91e458b8a417f5b6" providerId="LiveId" clId="{B74DA58B-9817-41FC-9168-9DCB010EE688}" dt="2025-03-23T02:17:58.766" v="756"/>
          <pc:sldLayoutMkLst>
            <pc:docMk/>
            <pc:sldMasterMk cId="2067414770" sldId="2147483912"/>
            <pc:sldLayoutMk cId="608804957" sldId="2147483920"/>
          </pc:sldLayoutMkLst>
        </pc:sldLayoutChg>
        <pc:sldLayoutChg chg="modTransition">
          <pc:chgData name="Aster Wallace" userId="91e458b8a417f5b6" providerId="LiveId" clId="{B74DA58B-9817-41FC-9168-9DCB010EE688}" dt="2025-03-23T02:17:58.766" v="756"/>
          <pc:sldLayoutMkLst>
            <pc:docMk/>
            <pc:sldMasterMk cId="2067414770" sldId="2147483912"/>
            <pc:sldLayoutMk cId="3312419280" sldId="2147483921"/>
          </pc:sldLayoutMkLst>
        </pc:sldLayoutChg>
        <pc:sldLayoutChg chg="modTransition">
          <pc:chgData name="Aster Wallace" userId="91e458b8a417f5b6" providerId="LiveId" clId="{B74DA58B-9817-41FC-9168-9DCB010EE688}" dt="2025-03-23T02:17:58.766" v="756"/>
          <pc:sldLayoutMkLst>
            <pc:docMk/>
            <pc:sldMasterMk cId="2067414770" sldId="2147483912"/>
            <pc:sldLayoutMk cId="4239929200" sldId="2147483922"/>
          </pc:sldLayoutMkLst>
        </pc:sldLayoutChg>
        <pc:sldLayoutChg chg="modTransition">
          <pc:chgData name="Aster Wallace" userId="91e458b8a417f5b6" providerId="LiveId" clId="{B74DA58B-9817-41FC-9168-9DCB010EE688}" dt="2025-03-23T02:17:58.766" v="756"/>
          <pc:sldLayoutMkLst>
            <pc:docMk/>
            <pc:sldMasterMk cId="2067414770" sldId="2147483912"/>
            <pc:sldLayoutMk cId="661108498" sldId="2147483923"/>
          </pc:sldLayoutMkLst>
        </pc:sldLayoutChg>
      </pc:sldMasterChg>
    </pc:docChg>
  </pc:docChgLst>
  <pc:docChgLst>
    <pc:chgData name="Aster Wallace" userId="91e458b8a417f5b6" providerId="LiveId" clId="{602B56F7-D9D6-4044-B788-DF3494A656C6}"/>
    <pc:docChg chg="undo custSel addSld delSld modSld">
      <pc:chgData name="Aster Wallace" userId="91e458b8a417f5b6" providerId="LiveId" clId="{602B56F7-D9D6-4044-B788-DF3494A656C6}" dt="2025-04-15T04:26:21.363" v="122" actId="14100"/>
      <pc:docMkLst>
        <pc:docMk/>
      </pc:docMkLst>
      <pc:sldChg chg="addSp delSp modSp mod">
        <pc:chgData name="Aster Wallace" userId="91e458b8a417f5b6" providerId="LiveId" clId="{602B56F7-D9D6-4044-B788-DF3494A656C6}" dt="2025-04-15T04:26:21.363" v="122" actId="14100"/>
        <pc:sldMkLst>
          <pc:docMk/>
          <pc:sldMk cId="158769102" sldId="257"/>
        </pc:sldMkLst>
        <pc:spChg chg="add mod">
          <ac:chgData name="Aster Wallace" userId="91e458b8a417f5b6" providerId="LiveId" clId="{602B56F7-D9D6-4044-B788-DF3494A656C6}" dt="2025-04-15T04:26:21.363" v="122" actId="14100"/>
          <ac:spMkLst>
            <pc:docMk/>
            <pc:sldMk cId="158769102" sldId="257"/>
            <ac:spMk id="3" creationId="{5EE6B921-ACA2-9D47-4477-7DFD637AC0CD}"/>
          </ac:spMkLst>
        </pc:spChg>
        <pc:spChg chg="add del">
          <ac:chgData name="Aster Wallace" userId="91e458b8a417f5b6" providerId="LiveId" clId="{602B56F7-D9D6-4044-B788-DF3494A656C6}" dt="2025-04-15T04:25:00.986" v="101" actId="478"/>
          <ac:spMkLst>
            <pc:docMk/>
            <pc:sldMk cId="158769102" sldId="257"/>
            <ac:spMk id="13" creationId="{5CD416D6-6B5D-4234-9060-24F4A6E5B775}"/>
          </ac:spMkLst>
        </pc:spChg>
      </pc:sldChg>
      <pc:sldChg chg="addSp delSp modSp add mod delAnim">
        <pc:chgData name="Aster Wallace" userId="91e458b8a417f5b6" providerId="LiveId" clId="{602B56F7-D9D6-4044-B788-DF3494A656C6}" dt="2025-04-15T04:21:47.855" v="62" actId="114"/>
        <pc:sldMkLst>
          <pc:docMk/>
          <pc:sldMk cId="4168988406" sldId="279"/>
        </pc:sldMkLst>
        <pc:spChg chg="del">
          <ac:chgData name="Aster Wallace" userId="91e458b8a417f5b6" providerId="LiveId" clId="{602B56F7-D9D6-4044-B788-DF3494A656C6}" dt="2025-04-15T04:15:00.417" v="9" actId="478"/>
          <ac:spMkLst>
            <pc:docMk/>
            <pc:sldMk cId="4168988406" sldId="279"/>
            <ac:spMk id="3" creationId="{8A571C09-ED10-4655-9C96-C4B5A0DE3BDF}"/>
          </ac:spMkLst>
        </pc:spChg>
        <pc:spChg chg="mod">
          <ac:chgData name="Aster Wallace" userId="91e458b8a417f5b6" providerId="LiveId" clId="{602B56F7-D9D6-4044-B788-DF3494A656C6}" dt="2025-04-15T04:14:52.154" v="7" actId="20577"/>
          <ac:spMkLst>
            <pc:docMk/>
            <pc:sldMk cId="4168988406" sldId="279"/>
            <ac:spMk id="4" creationId="{44AE6D29-46A4-0F30-522F-0A1648069845}"/>
          </ac:spMkLst>
        </pc:spChg>
        <pc:spChg chg="del mod">
          <ac:chgData name="Aster Wallace" userId="91e458b8a417f5b6" providerId="LiveId" clId="{602B56F7-D9D6-4044-B788-DF3494A656C6}" dt="2025-04-15T04:16:11.538" v="26" actId="478"/>
          <ac:spMkLst>
            <pc:docMk/>
            <pc:sldMk cId="4168988406" sldId="279"/>
            <ac:spMk id="5" creationId="{7972FE2C-497E-05B4-51A7-C67B047773C5}"/>
          </ac:spMkLst>
        </pc:spChg>
        <pc:spChg chg="add del mod">
          <ac:chgData name="Aster Wallace" userId="91e458b8a417f5b6" providerId="LiveId" clId="{602B56F7-D9D6-4044-B788-DF3494A656C6}" dt="2025-04-15T04:15:03.835" v="10" actId="478"/>
          <ac:spMkLst>
            <pc:docMk/>
            <pc:sldMk cId="4168988406" sldId="279"/>
            <ac:spMk id="6" creationId="{882B0AF6-095A-5CD7-FFA7-B8114678F827}"/>
          </ac:spMkLst>
        </pc:spChg>
        <pc:spChg chg="add mod">
          <ac:chgData name="Aster Wallace" userId="91e458b8a417f5b6" providerId="LiveId" clId="{602B56F7-D9D6-4044-B788-DF3494A656C6}" dt="2025-04-15T04:21:47.855" v="62" actId="114"/>
          <ac:spMkLst>
            <pc:docMk/>
            <pc:sldMk cId="4168988406" sldId="279"/>
            <ac:spMk id="7" creationId="{BC4400DC-BFB8-BFEB-99D1-A2948A5C572D}"/>
          </ac:spMkLst>
        </pc:spChg>
        <pc:spChg chg="del">
          <ac:chgData name="Aster Wallace" userId="91e458b8a417f5b6" providerId="LiveId" clId="{602B56F7-D9D6-4044-B788-DF3494A656C6}" dt="2025-04-15T04:14:54.665" v="8" actId="478"/>
          <ac:spMkLst>
            <pc:docMk/>
            <pc:sldMk cId="4168988406" sldId="279"/>
            <ac:spMk id="8" creationId="{6FD0A80F-8C9D-3745-9A7A-DD19C2F8B891}"/>
          </ac:spMkLst>
        </pc:spChg>
        <pc:spChg chg="ord">
          <ac:chgData name="Aster Wallace" userId="91e458b8a417f5b6" providerId="LiveId" clId="{602B56F7-D9D6-4044-B788-DF3494A656C6}" dt="2025-04-15T04:16:44.691" v="33" actId="166"/>
          <ac:spMkLst>
            <pc:docMk/>
            <pc:sldMk cId="4168988406" sldId="279"/>
            <ac:spMk id="9" creationId="{B2DC67D0-7294-7CDE-9E20-FF6EBFEA7874}"/>
          </ac:spMkLst>
        </pc:spChg>
      </pc:sldChg>
      <pc:sldChg chg="add del">
        <pc:chgData name="Aster Wallace" userId="91e458b8a417f5b6" providerId="LiveId" clId="{602B56F7-D9D6-4044-B788-DF3494A656C6}" dt="2025-04-15T04:15:08.433" v="12"/>
        <pc:sldMkLst>
          <pc:docMk/>
          <pc:sldMk cId="4054010566" sldId="28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16143-E03C-4CFD-AFDC-14E5BDEA754C}" type="datetimeFigureOut">
              <a:rPr lang="en-US" smtClean="0"/>
              <a:t>4/15/2025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8056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94063-DF36-4330-A365-08DA1FA5B7D6}" type="datetimeFigureOut">
              <a:rPr lang="en-US" smtClean="0"/>
              <a:t>4/15/2025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0759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A7C6C-0F39-4D70-8E8D-FE5B9C95FA73}" type="datetimeFigureOut">
              <a:rPr lang="en-US" smtClean="0"/>
              <a:t>4/15/2025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1546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FA4AC-08CC-42CE-BD01-C191750A04EC}" type="datetimeFigureOut">
              <a:rPr lang="en-US" smtClean="0"/>
              <a:t>4/15/2025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61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7A723-92A7-435B-B681-F25B092FEFEB}" type="datetimeFigureOut">
              <a:rPr lang="en-US" smtClean="0"/>
              <a:t>4/15/2025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0709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70639-886C-4FCF-9EAB-ABB5DA3F3F4A}" type="datetimeFigureOut">
              <a:rPr lang="en-US" smtClean="0"/>
              <a:t>4/15/2025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1852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30651-31F4-45D2-98AE-A2108F41BC07}" type="datetimeFigureOut">
              <a:rPr lang="en-US" smtClean="0"/>
              <a:t>4/15/2025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7941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3789A-C914-4DB1-8815-80B5EC7335C5}" type="datetimeFigureOut">
              <a:rPr lang="en-US" smtClean="0"/>
              <a:t>4/15/2025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8804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440AA-91A0-436F-8FDB-C0F939DCAE21}" type="datetimeFigureOut">
              <a:rPr lang="en-US" smtClean="0"/>
              <a:t>4/15/2025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2419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3E54A-A8CA-48C1-9504-691B58049D29}" type="datetimeFigureOut">
              <a:rPr lang="en-US" smtClean="0"/>
              <a:t>4/15/2025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9929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6C806-BBF7-471C-9527-881CE2266695}" type="datetimeFigureOut">
              <a:rPr lang="en-US" smtClean="0"/>
              <a:t>4/15/2025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1108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0E59FD0C-5451-4CA0-86AF-E70AE3279989}" type="datetimeFigureOut">
              <a:rPr lang="en-US" smtClean="0"/>
              <a:t>4/15/2025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74147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13" r:id="rId1"/>
    <p:sldLayoutId id="2147483914" r:id="rId2"/>
    <p:sldLayoutId id="2147483915" r:id="rId3"/>
    <p:sldLayoutId id="2147483916" r:id="rId4"/>
    <p:sldLayoutId id="2147483917" r:id="rId5"/>
    <p:sldLayoutId id="2147483918" r:id="rId6"/>
    <p:sldLayoutId id="2147483919" r:id="rId7"/>
    <p:sldLayoutId id="2147483920" r:id="rId8"/>
    <p:sldLayoutId id="2147483921" r:id="rId9"/>
    <p:sldLayoutId id="2147483922" r:id="rId10"/>
    <p:sldLayoutId id="2147483923" r:id="rId11"/>
  </p:sldLayoutIdLst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13" Type="http://schemas.openxmlformats.org/officeDocument/2006/relationships/slide" Target="slide15.xml"/><Relationship Id="rId18" Type="http://schemas.openxmlformats.org/officeDocument/2006/relationships/slide" Target="slide21.xml"/><Relationship Id="rId3" Type="http://schemas.openxmlformats.org/officeDocument/2006/relationships/slide" Target="slide3.xml"/><Relationship Id="rId21" Type="http://schemas.openxmlformats.org/officeDocument/2006/relationships/slide" Target="slide17.xml"/><Relationship Id="rId7" Type="http://schemas.openxmlformats.org/officeDocument/2006/relationships/slide" Target="slide4.xml"/><Relationship Id="rId12" Type="http://schemas.openxmlformats.org/officeDocument/2006/relationships/slide" Target="slide10.xml"/><Relationship Id="rId17" Type="http://schemas.openxmlformats.org/officeDocument/2006/relationships/slide" Target="slide16.xml"/><Relationship Id="rId2" Type="http://schemas.openxmlformats.org/officeDocument/2006/relationships/image" Target="../media/image2.png"/><Relationship Id="rId16" Type="http://schemas.openxmlformats.org/officeDocument/2006/relationships/slide" Target="slide11.xml"/><Relationship Id="rId20" Type="http://schemas.openxmlformats.org/officeDocument/2006/relationships/slide" Target="slide12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8.xml"/><Relationship Id="rId11" Type="http://schemas.openxmlformats.org/officeDocument/2006/relationships/slide" Target="slide5.xml"/><Relationship Id="rId5" Type="http://schemas.openxmlformats.org/officeDocument/2006/relationships/slide" Target="slide13.xml"/><Relationship Id="rId15" Type="http://schemas.openxmlformats.org/officeDocument/2006/relationships/slide" Target="slide6.xml"/><Relationship Id="rId10" Type="http://schemas.openxmlformats.org/officeDocument/2006/relationships/slide" Target="slide19.xml"/><Relationship Id="rId19" Type="http://schemas.openxmlformats.org/officeDocument/2006/relationships/slide" Target="slide7.xml"/><Relationship Id="rId4" Type="http://schemas.openxmlformats.org/officeDocument/2006/relationships/slide" Target="slide8.xml"/><Relationship Id="rId9" Type="http://schemas.openxmlformats.org/officeDocument/2006/relationships/slide" Target="slide14.xml"/><Relationship Id="rId14" Type="http://schemas.openxmlformats.org/officeDocument/2006/relationships/slide" Target="slide20.xml"/><Relationship Id="rId22" Type="http://schemas.openxmlformats.org/officeDocument/2006/relationships/slide" Target="slide2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e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hyperlink" Target="https://mashable.com/article/how-to-store-sex-toys" TargetMode="External"/><Relationship Id="rId13" Type="http://schemas.openxmlformats.org/officeDocument/2006/relationships/hyperlink" Target="https://www.l-n-w.com/blogs/love-not-war-blog/good-vibrations-the-difference-between-rumbly-and-buzzy-vibrators?srsltid=AfmBOor5ZjTkNHRJfqgdSw5TBmGSuHgJfIhkdy4ZEsBJsNSyyZuKbWkB" TargetMode="External"/><Relationship Id="rId3" Type="http://schemas.openxmlformats.org/officeDocument/2006/relationships/hyperlink" Target="https://forplaytoystore.com/the-history-of-suction-vibrators/" TargetMode="External"/><Relationship Id="rId7" Type="http://schemas.openxmlformats.org/officeDocument/2006/relationships/hyperlink" Target="https://www.theregister.com/2005/07/27/ancient_phallus/" TargetMode="External"/><Relationship Id="rId12" Type="http://schemas.openxmlformats.org/officeDocument/2006/relationships/hyperlink" Target="https://www.healthline.com/health/healthy-sex/how-to-clean-sex-toys" TargetMode="External"/><Relationship Id="rId2" Type="http://schemas.openxmlformats.org/officeDocument/2006/relationships/hyperlink" Target="https://www.healthline.com/health/healthy-sex/lube-shopping-guide-type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hallophilereviews.com/how-to-clean-butt-plug-odor/" TargetMode="External"/><Relationship Id="rId11" Type="http://schemas.openxmlformats.org/officeDocument/2006/relationships/hyperlink" Target="https://www.them.us/story/magic-wand-vibrator-fun-facts" TargetMode="External"/><Relationship Id="rId5" Type="http://schemas.openxmlformats.org/officeDocument/2006/relationships/hyperlink" Target="https://bad-dragon.com/pages/firmness-guide" TargetMode="External"/><Relationship Id="rId15" Type="http://schemas.openxmlformats.org/officeDocument/2006/relationships/slide" Target="slide1.xml"/><Relationship Id="rId10" Type="http://schemas.openxmlformats.org/officeDocument/2006/relationships/hyperlink" Target="https://iac.gatech.edu/news/item/631497/know-invention-vibrator-wrong" TargetMode="External"/><Relationship Id="rId4" Type="http://schemas.openxmlformats.org/officeDocument/2006/relationships/hyperlink" Target="https://medium.com/@thedodil/dildo-envy-the-average-dildo-size-compared-to-the-average-penis-da45ec24ba93" TargetMode="External"/><Relationship Id="rId9" Type="http://schemas.openxmlformats.org/officeDocument/2006/relationships/hyperlink" Target="https://www.holisticwisdom.com/blogs/sex-toy-guide/sex-toy-materials" TargetMode="External"/><Relationship Id="rId14" Type="http://schemas.openxmlformats.org/officeDocument/2006/relationships/hyperlink" Target="https://www.thenaturallovecompany.com/the-comprehensive-guide-to-non-toxic-sex-toy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57E62-F658-2BC7-15F0-DA570960E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910" y="347700"/>
            <a:ext cx="5385916" cy="6299286"/>
          </a:xfrm>
        </p:spPr>
        <p:txBody>
          <a:bodyPr>
            <a:noAutofit/>
          </a:bodyPr>
          <a:lstStyle/>
          <a:p>
            <a:pPr>
              <a:lnSpc>
                <a:spcPts val="15000"/>
              </a:lnSpc>
            </a:pPr>
            <a:r>
              <a:rPr lang="en-US" sz="18500" b="1" spc="600" dirty="0">
                <a:latin typeface="Bahnschrift Condensed" panose="020B0502040204020203" pitchFamily="34" charset="0"/>
                <a:ea typeface="+mn-ea"/>
                <a:cs typeface="+mn-cs"/>
              </a:rPr>
              <a:t>LET’S</a:t>
            </a:r>
            <a:br>
              <a:rPr lang="en-US" sz="18500" b="1" spc="600" dirty="0">
                <a:latin typeface="Bahnschrift Condensed" panose="020B0502040204020203" pitchFamily="34" charset="0"/>
                <a:ea typeface="+mn-ea"/>
                <a:cs typeface="+mn-cs"/>
              </a:rPr>
            </a:br>
            <a:r>
              <a:rPr lang="en-US" sz="18500" b="1" spc="600" dirty="0">
                <a:latin typeface="Bahnschrift Condensed" panose="020B0502040204020203" pitchFamily="34" charset="0"/>
                <a:ea typeface="+mn-ea"/>
                <a:cs typeface="+mn-cs"/>
              </a:rPr>
              <a:t>TALK</a:t>
            </a:r>
            <a:br>
              <a:rPr lang="en-US" sz="18500" b="1" spc="600" dirty="0">
                <a:latin typeface="Bahnschrift Condensed" panose="020B0502040204020203" pitchFamily="34" charset="0"/>
                <a:ea typeface="+mn-ea"/>
                <a:cs typeface="+mn-cs"/>
              </a:rPr>
            </a:br>
            <a:r>
              <a:rPr lang="en-US" sz="18500" b="1" spc="600" dirty="0">
                <a:latin typeface="Bahnschrift Condensed" panose="020B0502040204020203" pitchFamily="34" charset="0"/>
                <a:ea typeface="+mn-ea"/>
                <a:cs typeface="+mn-cs"/>
              </a:rPr>
              <a:t>TOYS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82399055-5589-2B3E-3060-5388AB76C4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4636" t="3006" r="5088" b="2585"/>
          <a:stretch/>
        </p:blipFill>
        <p:spPr>
          <a:xfrm rot="5400000">
            <a:off x="5360801" y="144526"/>
            <a:ext cx="5892938" cy="6162602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27F8AE0-EAEF-7182-0CA6-B6D85EDC288D}"/>
              </a:ext>
            </a:extLst>
          </p:cNvPr>
          <p:cNvSpPr txBox="1"/>
          <p:nvPr/>
        </p:nvSpPr>
        <p:spPr>
          <a:xfrm>
            <a:off x="507441" y="5925526"/>
            <a:ext cx="170822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578BFF"/>
                </a:solidFill>
                <a:latin typeface="Bahnschrift Condensed" panose="020B0502040204020203" pitchFamily="34" charset="0"/>
              </a:rPr>
              <a:t>JEOPARDY!</a:t>
            </a:r>
          </a:p>
        </p:txBody>
      </p:sp>
      <p:sp>
        <p:nvSpPr>
          <p:cNvPr id="12" name="Rectangle: Rounded Corners 11">
            <a:hlinkClick r:id="rId3" action="ppaction://hlinksldjump"/>
            <a:extLst>
              <a:ext uri="{FF2B5EF4-FFF2-40B4-BE49-F238E27FC236}">
                <a16:creationId xmlns:a16="http://schemas.microsoft.com/office/drawing/2014/main" id="{32522494-0B9C-FE13-27B4-FB1228556F9B}"/>
              </a:ext>
            </a:extLst>
          </p:cNvPr>
          <p:cNvSpPr/>
          <p:nvPr/>
        </p:nvSpPr>
        <p:spPr>
          <a:xfrm>
            <a:off x="10078497" y="5692392"/>
            <a:ext cx="1762637" cy="817910"/>
          </a:xfrm>
          <a:prstGeom prst="roundRect">
            <a:avLst/>
          </a:prstGeom>
          <a:solidFill>
            <a:srgbClr val="578BFF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tx1"/>
                </a:solidFill>
                <a:latin typeface="Bahnschrift Condensed" panose="020B0502040204020203" pitchFamily="34" charset="0"/>
              </a:rPr>
              <a:t>START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D416D6-6B5D-4234-9060-24F4A6E5B775}"/>
              </a:ext>
            </a:extLst>
          </p:cNvPr>
          <p:cNvSpPr txBox="1"/>
          <p:nvPr/>
        </p:nvSpPr>
        <p:spPr>
          <a:xfrm>
            <a:off x="2012594" y="6076227"/>
            <a:ext cx="31371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578BFF"/>
                </a:solidFill>
                <a:latin typeface="Bahnschrift Condensed" panose="020B0502040204020203" pitchFamily="34" charset="0"/>
              </a:rPr>
              <a:t>Created by Aster Wallace</a:t>
            </a:r>
          </a:p>
        </p:txBody>
      </p:sp>
      <p:sp>
        <p:nvSpPr>
          <p:cNvPr id="3" name="Rectangle: Rounded Corners 2">
            <a:hlinkClick r:id="" action="ppaction://hlinkshowjump?jump=lastslide"/>
            <a:extLst>
              <a:ext uri="{FF2B5EF4-FFF2-40B4-BE49-F238E27FC236}">
                <a16:creationId xmlns:a16="http://schemas.microsoft.com/office/drawing/2014/main" id="{5EE6B921-ACA2-9D47-4477-7DFD637AC0CD}"/>
              </a:ext>
            </a:extLst>
          </p:cNvPr>
          <p:cNvSpPr/>
          <p:nvPr/>
        </p:nvSpPr>
        <p:spPr>
          <a:xfrm>
            <a:off x="9013371" y="6172296"/>
            <a:ext cx="965468" cy="338005"/>
          </a:xfrm>
          <a:prstGeom prst="roundRect">
            <a:avLst/>
          </a:prstGeom>
          <a:solidFill>
            <a:srgbClr val="578BFF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Bahnschrift Condensed" panose="020B0502040204020203" pitchFamily="34" charset="0"/>
              </a:rPr>
              <a:t>SOURCES</a:t>
            </a:r>
            <a:endParaRPr lang="en-US" sz="3600" b="1" dirty="0">
              <a:solidFill>
                <a:schemeClr val="tx1"/>
              </a:solidFill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769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>
            <a:extLst>
              <a:ext uri="{FF2B5EF4-FFF2-40B4-BE49-F238E27FC236}">
                <a16:creationId xmlns:a16="http://schemas.microsoft.com/office/drawing/2014/main" id="{A0651C2C-D9B4-0F41-4CFF-1A95AB6055A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15968" b="4182"/>
          <a:stretch/>
        </p:blipFill>
        <p:spPr>
          <a:xfrm>
            <a:off x="205994" y="1279069"/>
            <a:ext cx="11805138" cy="5301351"/>
          </a:xfrm>
          <a:prstGeom prst="rect">
            <a:avLst/>
          </a:prstGeom>
        </p:spPr>
      </p:pic>
      <p:sp>
        <p:nvSpPr>
          <p:cNvPr id="6" name="Rectangle 5">
            <a:hlinkClick r:id="rId3" action="ppaction://hlinksldjump"/>
            <a:extLst>
              <a:ext uri="{FF2B5EF4-FFF2-40B4-BE49-F238E27FC236}">
                <a16:creationId xmlns:a16="http://schemas.microsoft.com/office/drawing/2014/main" id="{36B04463-753A-FE3C-C16A-A1F92078B9EE}"/>
              </a:ext>
            </a:extLst>
          </p:cNvPr>
          <p:cNvSpPr/>
          <p:nvPr/>
        </p:nvSpPr>
        <p:spPr>
          <a:xfrm>
            <a:off x="184222" y="1279490"/>
            <a:ext cx="2954216" cy="1060102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1">
                    <a:lumMod val="20000"/>
                    <a:lumOff val="80000"/>
                  </a:schemeClr>
                </a:solidFill>
                <a:latin typeface="Bahnschrift Condensed" panose="020B0502040204020203" pitchFamily="34" charset="0"/>
              </a:rPr>
              <a:t>$200</a:t>
            </a:r>
          </a:p>
        </p:txBody>
      </p:sp>
      <p:sp>
        <p:nvSpPr>
          <p:cNvPr id="7" name="Rectangle 6">
            <a:hlinkClick r:id="rId4" action="ppaction://hlinksldjump"/>
            <a:extLst>
              <a:ext uri="{FF2B5EF4-FFF2-40B4-BE49-F238E27FC236}">
                <a16:creationId xmlns:a16="http://schemas.microsoft.com/office/drawing/2014/main" id="{D81D4630-96D9-9BAC-254D-BECAE8E44684}"/>
              </a:ext>
            </a:extLst>
          </p:cNvPr>
          <p:cNvSpPr/>
          <p:nvPr/>
        </p:nvSpPr>
        <p:spPr>
          <a:xfrm>
            <a:off x="3141784" y="1279490"/>
            <a:ext cx="2954216" cy="1060102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1">
                    <a:lumMod val="20000"/>
                    <a:lumOff val="80000"/>
                  </a:schemeClr>
                </a:solidFill>
                <a:latin typeface="Bahnschrift Condensed" panose="020B0502040204020203" pitchFamily="34" charset="0"/>
              </a:rPr>
              <a:t>$200</a:t>
            </a:r>
          </a:p>
        </p:txBody>
      </p:sp>
      <p:sp>
        <p:nvSpPr>
          <p:cNvPr id="8" name="Rectangle 7">
            <a:hlinkClick r:id="rId5" action="ppaction://hlinksldjump"/>
            <a:extLst>
              <a:ext uri="{FF2B5EF4-FFF2-40B4-BE49-F238E27FC236}">
                <a16:creationId xmlns:a16="http://schemas.microsoft.com/office/drawing/2014/main" id="{C1678429-5B9D-8B6A-97E6-1C953BE50029}"/>
              </a:ext>
            </a:extLst>
          </p:cNvPr>
          <p:cNvSpPr/>
          <p:nvPr/>
        </p:nvSpPr>
        <p:spPr>
          <a:xfrm>
            <a:off x="6097673" y="1279490"/>
            <a:ext cx="2954216" cy="1060102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1">
                    <a:lumMod val="20000"/>
                    <a:lumOff val="80000"/>
                  </a:schemeClr>
                </a:solidFill>
                <a:latin typeface="Bahnschrift Condensed" panose="020B0502040204020203" pitchFamily="34" charset="0"/>
              </a:rPr>
              <a:t>$200</a:t>
            </a:r>
          </a:p>
        </p:txBody>
      </p:sp>
      <p:sp>
        <p:nvSpPr>
          <p:cNvPr id="9" name="Rectangle 8">
            <a:hlinkClick r:id="rId6" action="ppaction://hlinksldjump"/>
            <a:extLst>
              <a:ext uri="{FF2B5EF4-FFF2-40B4-BE49-F238E27FC236}">
                <a16:creationId xmlns:a16="http://schemas.microsoft.com/office/drawing/2014/main" id="{26CC6D9A-BEB6-950C-95B6-343B450A488B}"/>
              </a:ext>
            </a:extLst>
          </p:cNvPr>
          <p:cNvSpPr/>
          <p:nvPr/>
        </p:nvSpPr>
        <p:spPr>
          <a:xfrm>
            <a:off x="9051889" y="1279490"/>
            <a:ext cx="2954216" cy="1060102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1">
                    <a:lumMod val="20000"/>
                    <a:lumOff val="80000"/>
                  </a:schemeClr>
                </a:solidFill>
                <a:latin typeface="Bahnschrift Condensed" panose="020B0502040204020203" pitchFamily="34" charset="0"/>
              </a:rPr>
              <a:t>$200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AF653D0-7B13-00E4-5E91-AEFB5A885325}"/>
              </a:ext>
            </a:extLst>
          </p:cNvPr>
          <p:cNvSpPr/>
          <p:nvPr/>
        </p:nvSpPr>
        <p:spPr>
          <a:xfrm>
            <a:off x="180868" y="219388"/>
            <a:ext cx="2952543" cy="1060102"/>
          </a:xfrm>
          <a:prstGeom prst="rect">
            <a:avLst/>
          </a:prstGeom>
          <a:solidFill>
            <a:srgbClr val="578BFF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i="0" kern="1200" dirty="0">
                <a:solidFill>
                  <a:schemeClr val="tx1"/>
                </a:solidFill>
                <a:latin typeface="Bahnschrift Condensed" panose="020B0502040204020203" pitchFamily="34" charset="0"/>
                <a:ea typeface="+mn-ea"/>
                <a:cs typeface="+mn-cs"/>
              </a:rPr>
              <a:t>Materials</a:t>
            </a:r>
            <a:endParaRPr lang="en-US" sz="3600" dirty="0">
              <a:solidFill>
                <a:schemeClr val="accent1">
                  <a:lumMod val="20000"/>
                  <a:lumOff val="80000"/>
                </a:schemeClr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BBD3D5-68C1-CFBC-34CA-FB7C0F1C936F}"/>
              </a:ext>
            </a:extLst>
          </p:cNvPr>
          <p:cNvSpPr/>
          <p:nvPr/>
        </p:nvSpPr>
        <p:spPr>
          <a:xfrm>
            <a:off x="3146812" y="219388"/>
            <a:ext cx="2942488" cy="1060102"/>
          </a:xfrm>
          <a:prstGeom prst="rect">
            <a:avLst/>
          </a:prstGeom>
          <a:solidFill>
            <a:srgbClr val="578BFF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i="0" kern="1200" dirty="0">
                <a:solidFill>
                  <a:schemeClr val="tx1"/>
                </a:solidFill>
                <a:latin typeface="Bahnschrift Condensed" panose="020B0502040204020203" pitchFamily="34" charset="0"/>
                <a:ea typeface="+mn-ea"/>
                <a:cs typeface="+mn-cs"/>
              </a:rPr>
              <a:t>Vibrators</a:t>
            </a:r>
            <a:endParaRPr lang="en-US" sz="3600" dirty="0">
              <a:solidFill>
                <a:schemeClr val="accent1">
                  <a:lumMod val="20000"/>
                  <a:lumOff val="80000"/>
                </a:schemeClr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26743BB-9F25-2494-B0DF-6782A1FC87C2}"/>
              </a:ext>
            </a:extLst>
          </p:cNvPr>
          <p:cNvSpPr/>
          <p:nvPr/>
        </p:nvSpPr>
        <p:spPr>
          <a:xfrm>
            <a:off x="6089300" y="219388"/>
            <a:ext cx="2954216" cy="1060102"/>
          </a:xfrm>
          <a:prstGeom prst="rect">
            <a:avLst/>
          </a:prstGeom>
          <a:solidFill>
            <a:srgbClr val="578BFF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i="0" kern="1200" dirty="0">
                <a:solidFill>
                  <a:schemeClr val="tx1"/>
                </a:solidFill>
                <a:latin typeface="Bahnschrift Condensed" panose="020B0502040204020203" pitchFamily="34" charset="0"/>
                <a:ea typeface="+mn-ea"/>
                <a:cs typeface="+mn-cs"/>
              </a:rPr>
              <a:t>Cleaning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1A3198A-80C7-5A0C-1AD1-293C0299E7A6}"/>
              </a:ext>
            </a:extLst>
          </p:cNvPr>
          <p:cNvSpPr/>
          <p:nvPr/>
        </p:nvSpPr>
        <p:spPr>
          <a:xfrm>
            <a:off x="9051889" y="219388"/>
            <a:ext cx="2954216" cy="1060102"/>
          </a:xfrm>
          <a:prstGeom prst="rect">
            <a:avLst/>
          </a:prstGeom>
          <a:solidFill>
            <a:srgbClr val="578BFF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i="0" kern="1200" dirty="0">
                <a:solidFill>
                  <a:schemeClr val="tx1"/>
                </a:solidFill>
                <a:latin typeface="Bahnschrift Condensed" panose="020B0502040204020203" pitchFamily="34" charset="0"/>
                <a:ea typeface="+mn-ea"/>
                <a:cs typeface="+mn-cs"/>
              </a:rPr>
              <a:t>Assorted</a:t>
            </a:r>
          </a:p>
        </p:txBody>
      </p:sp>
      <p:sp>
        <p:nvSpPr>
          <p:cNvPr id="14" name="Rectangle 13">
            <a:hlinkClick r:id="rId7" action="ppaction://hlinksldjump"/>
            <a:extLst>
              <a:ext uri="{FF2B5EF4-FFF2-40B4-BE49-F238E27FC236}">
                <a16:creationId xmlns:a16="http://schemas.microsoft.com/office/drawing/2014/main" id="{BBE35FE0-978F-0770-AA10-7FB8F0963F4B}"/>
              </a:ext>
            </a:extLst>
          </p:cNvPr>
          <p:cNvSpPr/>
          <p:nvPr/>
        </p:nvSpPr>
        <p:spPr>
          <a:xfrm>
            <a:off x="187568" y="2339592"/>
            <a:ext cx="2954216" cy="1060102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Bahnschrift Condensed" panose="020B0502040204020203" pitchFamily="34" charset="0"/>
              </a:rPr>
              <a:t>$400</a:t>
            </a:r>
          </a:p>
        </p:txBody>
      </p:sp>
      <p:sp>
        <p:nvSpPr>
          <p:cNvPr id="15" name="Rectangle 14">
            <a:hlinkClick r:id="rId8" action="ppaction://hlinksldjump"/>
            <a:extLst>
              <a:ext uri="{FF2B5EF4-FFF2-40B4-BE49-F238E27FC236}">
                <a16:creationId xmlns:a16="http://schemas.microsoft.com/office/drawing/2014/main" id="{1EF54686-D715-7984-D4F3-DAB03F0295C8}"/>
              </a:ext>
            </a:extLst>
          </p:cNvPr>
          <p:cNvSpPr/>
          <p:nvPr/>
        </p:nvSpPr>
        <p:spPr>
          <a:xfrm>
            <a:off x="3139271" y="2339592"/>
            <a:ext cx="2954216" cy="1060102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Bahnschrift Condensed" panose="020B0502040204020203" pitchFamily="34" charset="0"/>
              </a:rPr>
              <a:t>$400</a:t>
            </a:r>
          </a:p>
        </p:txBody>
      </p:sp>
      <p:sp>
        <p:nvSpPr>
          <p:cNvPr id="16" name="Rectangle 15">
            <a:hlinkClick r:id="rId9" action="ppaction://hlinksldjump"/>
            <a:extLst>
              <a:ext uri="{FF2B5EF4-FFF2-40B4-BE49-F238E27FC236}">
                <a16:creationId xmlns:a16="http://schemas.microsoft.com/office/drawing/2014/main" id="{C6C3525C-1C87-871A-860C-73A88BD1153F}"/>
              </a:ext>
            </a:extLst>
          </p:cNvPr>
          <p:cNvSpPr/>
          <p:nvPr/>
        </p:nvSpPr>
        <p:spPr>
          <a:xfrm>
            <a:off x="6097673" y="2339592"/>
            <a:ext cx="2954216" cy="1060102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Bahnschrift Condensed" panose="020B0502040204020203" pitchFamily="34" charset="0"/>
              </a:rPr>
              <a:t>$400</a:t>
            </a:r>
          </a:p>
        </p:txBody>
      </p:sp>
      <p:sp>
        <p:nvSpPr>
          <p:cNvPr id="17" name="Rectangle 16">
            <a:hlinkClick r:id="rId10" action="ppaction://hlinksldjump"/>
            <a:extLst>
              <a:ext uri="{FF2B5EF4-FFF2-40B4-BE49-F238E27FC236}">
                <a16:creationId xmlns:a16="http://schemas.microsoft.com/office/drawing/2014/main" id="{9CF17EFB-7831-31A9-35E8-E2C9B5748C7D}"/>
              </a:ext>
            </a:extLst>
          </p:cNvPr>
          <p:cNvSpPr/>
          <p:nvPr/>
        </p:nvSpPr>
        <p:spPr>
          <a:xfrm>
            <a:off x="9051889" y="2339592"/>
            <a:ext cx="2954216" cy="1060102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Bahnschrift Condensed" panose="020B0502040204020203" pitchFamily="34" charset="0"/>
              </a:rPr>
              <a:t>$400</a:t>
            </a:r>
          </a:p>
        </p:txBody>
      </p:sp>
      <p:sp>
        <p:nvSpPr>
          <p:cNvPr id="18" name="Rectangle 17">
            <a:hlinkClick r:id="rId11" action="ppaction://hlinksldjump"/>
            <a:extLst>
              <a:ext uri="{FF2B5EF4-FFF2-40B4-BE49-F238E27FC236}">
                <a16:creationId xmlns:a16="http://schemas.microsoft.com/office/drawing/2014/main" id="{AE21D0FC-BED0-A755-34EE-B4A8C61CDF62}"/>
              </a:ext>
            </a:extLst>
          </p:cNvPr>
          <p:cNvSpPr/>
          <p:nvPr/>
        </p:nvSpPr>
        <p:spPr>
          <a:xfrm>
            <a:off x="184222" y="3399694"/>
            <a:ext cx="2954216" cy="1060102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1">
                    <a:lumMod val="60000"/>
                    <a:lumOff val="40000"/>
                  </a:schemeClr>
                </a:solidFill>
                <a:latin typeface="Bahnschrift Condensed" panose="020B0502040204020203" pitchFamily="34" charset="0"/>
              </a:rPr>
              <a:t>$600</a:t>
            </a:r>
          </a:p>
        </p:txBody>
      </p:sp>
      <p:sp>
        <p:nvSpPr>
          <p:cNvPr id="19" name="Rectangle 18">
            <a:hlinkClick r:id="rId12" action="ppaction://hlinksldjump"/>
            <a:extLst>
              <a:ext uri="{FF2B5EF4-FFF2-40B4-BE49-F238E27FC236}">
                <a16:creationId xmlns:a16="http://schemas.microsoft.com/office/drawing/2014/main" id="{23EE499E-F918-564E-7F74-124B6907ACAB}"/>
              </a:ext>
            </a:extLst>
          </p:cNvPr>
          <p:cNvSpPr/>
          <p:nvPr/>
        </p:nvSpPr>
        <p:spPr>
          <a:xfrm>
            <a:off x="3145130" y="3399694"/>
            <a:ext cx="2954216" cy="1060102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1">
                    <a:lumMod val="60000"/>
                    <a:lumOff val="40000"/>
                  </a:schemeClr>
                </a:solidFill>
                <a:latin typeface="Bahnschrift Condensed" panose="020B0502040204020203" pitchFamily="34" charset="0"/>
              </a:rPr>
              <a:t>$600</a:t>
            </a:r>
          </a:p>
        </p:txBody>
      </p:sp>
      <p:sp>
        <p:nvSpPr>
          <p:cNvPr id="20" name="Rectangle 19">
            <a:hlinkClick r:id="rId13" action="ppaction://hlinksldjump"/>
            <a:extLst>
              <a:ext uri="{FF2B5EF4-FFF2-40B4-BE49-F238E27FC236}">
                <a16:creationId xmlns:a16="http://schemas.microsoft.com/office/drawing/2014/main" id="{5A7C6BD6-DE27-8EFB-8FE6-630811A8F3E4}"/>
              </a:ext>
            </a:extLst>
          </p:cNvPr>
          <p:cNvSpPr/>
          <p:nvPr/>
        </p:nvSpPr>
        <p:spPr>
          <a:xfrm>
            <a:off x="6106046" y="3399694"/>
            <a:ext cx="2954216" cy="1060102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1">
                    <a:lumMod val="60000"/>
                    <a:lumOff val="40000"/>
                  </a:schemeClr>
                </a:solidFill>
                <a:latin typeface="Bahnschrift Condensed" panose="020B0502040204020203" pitchFamily="34" charset="0"/>
              </a:rPr>
              <a:t>$600</a:t>
            </a:r>
          </a:p>
        </p:txBody>
      </p:sp>
      <p:sp>
        <p:nvSpPr>
          <p:cNvPr id="21" name="Rectangle 20">
            <a:hlinkClick r:id="rId14" action="ppaction://hlinksldjump"/>
            <a:extLst>
              <a:ext uri="{FF2B5EF4-FFF2-40B4-BE49-F238E27FC236}">
                <a16:creationId xmlns:a16="http://schemas.microsoft.com/office/drawing/2014/main" id="{AE0DA933-5064-9774-2A87-8CFD1886DA84}"/>
              </a:ext>
            </a:extLst>
          </p:cNvPr>
          <p:cNvSpPr/>
          <p:nvPr/>
        </p:nvSpPr>
        <p:spPr>
          <a:xfrm>
            <a:off x="9050216" y="3399694"/>
            <a:ext cx="2954216" cy="1060102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1">
                    <a:lumMod val="60000"/>
                    <a:lumOff val="40000"/>
                  </a:schemeClr>
                </a:solidFill>
                <a:latin typeface="Bahnschrift Condensed" panose="020B0502040204020203" pitchFamily="34" charset="0"/>
              </a:rPr>
              <a:t>$600</a:t>
            </a:r>
          </a:p>
        </p:txBody>
      </p:sp>
      <p:sp>
        <p:nvSpPr>
          <p:cNvPr id="22" name="Rectangle 21">
            <a:hlinkClick r:id="rId15" action="ppaction://hlinksldjump"/>
            <a:extLst>
              <a:ext uri="{FF2B5EF4-FFF2-40B4-BE49-F238E27FC236}">
                <a16:creationId xmlns:a16="http://schemas.microsoft.com/office/drawing/2014/main" id="{317B7EC6-D7F4-13A0-4810-59D0B370E157}"/>
              </a:ext>
            </a:extLst>
          </p:cNvPr>
          <p:cNvSpPr/>
          <p:nvPr/>
        </p:nvSpPr>
        <p:spPr>
          <a:xfrm>
            <a:off x="185889" y="4459796"/>
            <a:ext cx="2954216" cy="1060102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1"/>
                </a:solidFill>
                <a:latin typeface="Bahnschrift Condensed" panose="020B0502040204020203" pitchFamily="34" charset="0"/>
              </a:rPr>
              <a:t>$800</a:t>
            </a:r>
          </a:p>
        </p:txBody>
      </p:sp>
      <p:sp>
        <p:nvSpPr>
          <p:cNvPr id="23" name="Rectangle 22">
            <a:hlinkClick r:id="rId16" action="ppaction://hlinksldjump"/>
            <a:extLst>
              <a:ext uri="{FF2B5EF4-FFF2-40B4-BE49-F238E27FC236}">
                <a16:creationId xmlns:a16="http://schemas.microsoft.com/office/drawing/2014/main" id="{A4D44073-E94E-EE2F-CD10-966B906425D6}"/>
              </a:ext>
            </a:extLst>
          </p:cNvPr>
          <p:cNvSpPr/>
          <p:nvPr/>
        </p:nvSpPr>
        <p:spPr>
          <a:xfrm>
            <a:off x="3151828" y="4459796"/>
            <a:ext cx="2954216" cy="1060102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1"/>
                </a:solidFill>
                <a:latin typeface="Bahnschrift Condensed" panose="020B0502040204020203" pitchFamily="34" charset="0"/>
              </a:rPr>
              <a:t>$800</a:t>
            </a:r>
          </a:p>
        </p:txBody>
      </p:sp>
      <p:sp>
        <p:nvSpPr>
          <p:cNvPr id="24" name="Rectangle 23">
            <a:hlinkClick r:id="rId17" action="ppaction://hlinksldjump"/>
            <a:extLst>
              <a:ext uri="{FF2B5EF4-FFF2-40B4-BE49-F238E27FC236}">
                <a16:creationId xmlns:a16="http://schemas.microsoft.com/office/drawing/2014/main" id="{29517695-A8CA-A7F5-C65A-81AC24C28FC6}"/>
              </a:ext>
            </a:extLst>
          </p:cNvPr>
          <p:cNvSpPr/>
          <p:nvPr/>
        </p:nvSpPr>
        <p:spPr>
          <a:xfrm>
            <a:off x="6101024" y="4459796"/>
            <a:ext cx="2954216" cy="1060102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1"/>
                </a:solidFill>
                <a:latin typeface="Bahnschrift Condensed" panose="020B0502040204020203" pitchFamily="34" charset="0"/>
              </a:rPr>
              <a:t>$800</a:t>
            </a:r>
          </a:p>
        </p:txBody>
      </p:sp>
      <p:sp>
        <p:nvSpPr>
          <p:cNvPr id="25" name="Rectangle 24">
            <a:hlinkClick r:id="rId18" action="ppaction://hlinksldjump"/>
            <a:extLst>
              <a:ext uri="{FF2B5EF4-FFF2-40B4-BE49-F238E27FC236}">
                <a16:creationId xmlns:a16="http://schemas.microsoft.com/office/drawing/2014/main" id="{2E890953-508A-3EC5-E568-B271EC7045A5}"/>
              </a:ext>
            </a:extLst>
          </p:cNvPr>
          <p:cNvSpPr/>
          <p:nvPr/>
        </p:nvSpPr>
        <p:spPr>
          <a:xfrm>
            <a:off x="9050218" y="4459796"/>
            <a:ext cx="2954216" cy="1060102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1"/>
                </a:solidFill>
                <a:latin typeface="Bahnschrift Condensed" panose="020B0502040204020203" pitchFamily="34" charset="0"/>
              </a:rPr>
              <a:t>$800</a:t>
            </a:r>
          </a:p>
        </p:txBody>
      </p:sp>
      <p:sp>
        <p:nvSpPr>
          <p:cNvPr id="26" name="Rectangle 25">
            <a:hlinkClick r:id="rId19" action="ppaction://hlinksldjump"/>
            <a:extLst>
              <a:ext uri="{FF2B5EF4-FFF2-40B4-BE49-F238E27FC236}">
                <a16:creationId xmlns:a16="http://schemas.microsoft.com/office/drawing/2014/main" id="{53D23993-5F38-1994-76F6-CA9E7F942761}"/>
              </a:ext>
            </a:extLst>
          </p:cNvPr>
          <p:cNvSpPr/>
          <p:nvPr/>
        </p:nvSpPr>
        <p:spPr>
          <a:xfrm>
            <a:off x="192587" y="5521159"/>
            <a:ext cx="2954216" cy="1060102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rgbClr val="578BFF"/>
                </a:solidFill>
                <a:latin typeface="Bahnschrift Condensed" panose="020B0502040204020203" pitchFamily="34" charset="0"/>
              </a:rPr>
              <a:t>$1000</a:t>
            </a:r>
          </a:p>
        </p:txBody>
      </p:sp>
      <p:sp>
        <p:nvSpPr>
          <p:cNvPr id="27" name="Rectangle 26">
            <a:hlinkClick r:id="rId20" action="ppaction://hlinksldjump"/>
            <a:extLst>
              <a:ext uri="{FF2B5EF4-FFF2-40B4-BE49-F238E27FC236}">
                <a16:creationId xmlns:a16="http://schemas.microsoft.com/office/drawing/2014/main" id="{00F102D7-C0EB-4CF4-6841-6026D3E625E0}"/>
              </a:ext>
            </a:extLst>
          </p:cNvPr>
          <p:cNvSpPr/>
          <p:nvPr/>
        </p:nvSpPr>
        <p:spPr>
          <a:xfrm>
            <a:off x="3151824" y="5520738"/>
            <a:ext cx="2954216" cy="1060102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rgbClr val="578BFF"/>
                </a:solidFill>
                <a:latin typeface="Bahnschrift Condensed" panose="020B0502040204020203" pitchFamily="34" charset="0"/>
              </a:rPr>
              <a:t>$1000</a:t>
            </a:r>
          </a:p>
        </p:txBody>
      </p:sp>
      <p:sp>
        <p:nvSpPr>
          <p:cNvPr id="28" name="Rectangle 27">
            <a:hlinkClick r:id="rId21" action="ppaction://hlinksldjump"/>
            <a:extLst>
              <a:ext uri="{FF2B5EF4-FFF2-40B4-BE49-F238E27FC236}">
                <a16:creationId xmlns:a16="http://schemas.microsoft.com/office/drawing/2014/main" id="{92AD8DC3-0115-C421-25AD-B3AE88ABB995}"/>
              </a:ext>
            </a:extLst>
          </p:cNvPr>
          <p:cNvSpPr/>
          <p:nvPr/>
        </p:nvSpPr>
        <p:spPr>
          <a:xfrm>
            <a:off x="6101020" y="5520738"/>
            <a:ext cx="2954216" cy="1060102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rgbClr val="578BFF"/>
                </a:solidFill>
                <a:latin typeface="Bahnschrift Condensed" panose="020B0502040204020203" pitchFamily="34" charset="0"/>
              </a:rPr>
              <a:t>$1000</a:t>
            </a:r>
          </a:p>
        </p:txBody>
      </p:sp>
      <p:sp>
        <p:nvSpPr>
          <p:cNvPr id="29" name="Rectangle 28">
            <a:hlinkClick r:id="rId22" action="ppaction://hlinksldjump"/>
            <a:extLst>
              <a:ext uri="{FF2B5EF4-FFF2-40B4-BE49-F238E27FC236}">
                <a16:creationId xmlns:a16="http://schemas.microsoft.com/office/drawing/2014/main" id="{90C63C83-7BCE-F963-5152-2BCEEC2A8A7C}"/>
              </a:ext>
            </a:extLst>
          </p:cNvPr>
          <p:cNvSpPr/>
          <p:nvPr/>
        </p:nvSpPr>
        <p:spPr>
          <a:xfrm>
            <a:off x="9050214" y="5520738"/>
            <a:ext cx="2954216" cy="1060102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rgbClr val="578BFF"/>
                </a:solidFill>
                <a:latin typeface="Bahnschrift Condensed" panose="020B0502040204020203" pitchFamily="34" charset="0"/>
              </a:rPr>
              <a:t>$1000</a:t>
            </a:r>
          </a:p>
        </p:txBody>
      </p:sp>
    </p:spTree>
    <p:extLst>
      <p:ext uri="{BB962C8B-B14F-4D97-AF65-F5344CB8AC3E}">
        <p14:creationId xmlns:p14="http://schemas.microsoft.com/office/powerpoint/2010/main" val="4100181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67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77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82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87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97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8" fill="hold">
                      <p:stCondLst>
                        <p:cond delay="0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78243B-3249-4CD0-6EB2-921FF6C06A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2000948"/>
          </a:xfrm>
        </p:spPr>
        <p:txBody>
          <a:bodyPr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400" dirty="0">
                <a:solidFill>
                  <a:schemeClr val="accent1">
                    <a:lumMod val="20000"/>
                    <a:lumOff val="80000"/>
                  </a:schemeClr>
                </a:solidFill>
                <a:latin typeface="Bahnschrift Condensed" panose="020B0502040204020203" pitchFamily="34" charset="0"/>
              </a:rPr>
              <a:t>This is the gold standard material for sex toys.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EE12F4B-6DED-462C-324F-79CB5D21C42D}"/>
              </a:ext>
            </a:extLst>
          </p:cNvPr>
          <p:cNvSpPr/>
          <p:nvPr/>
        </p:nvSpPr>
        <p:spPr>
          <a:xfrm>
            <a:off x="838200" y="286377"/>
            <a:ext cx="10515600" cy="1331407"/>
          </a:xfrm>
          <a:prstGeom prst="rect">
            <a:avLst/>
          </a:prstGeom>
          <a:solidFill>
            <a:srgbClr val="578B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  <a:latin typeface="Bahnschrift Condensed" panose="020B0502040204020203" pitchFamily="34" charset="0"/>
              </a:rPr>
              <a:t>Materials $200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DEC7BC-71BD-F1A1-2E6E-AA55FD022144}"/>
              </a:ext>
            </a:extLst>
          </p:cNvPr>
          <p:cNvSpPr/>
          <p:nvPr/>
        </p:nvSpPr>
        <p:spPr>
          <a:xfrm>
            <a:off x="838200" y="3826574"/>
            <a:ext cx="10515600" cy="253905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1" algn="ctr">
              <a:lnSpc>
                <a:spcPct val="115000"/>
              </a:lnSpc>
            </a:pPr>
            <a:r>
              <a:rPr lang="en-US" sz="3600" dirty="0">
                <a:solidFill>
                  <a:schemeClr val="accent1"/>
                </a:solidFill>
                <a:latin typeface="Bahnschrift Condensed" panose="020B0502040204020203" pitchFamily="34" charset="0"/>
              </a:rPr>
              <a:t>What is medical-grade silicone?</a:t>
            </a:r>
          </a:p>
        </p:txBody>
      </p:sp>
      <p:sp>
        <p:nvSpPr>
          <p:cNvPr id="9" name="Rectangle: Rounded Corners 8">
            <a:hlinkClick r:id="rId2" action="ppaction://hlinksldjump"/>
            <a:extLst>
              <a:ext uri="{FF2B5EF4-FFF2-40B4-BE49-F238E27FC236}">
                <a16:creationId xmlns:a16="http://schemas.microsoft.com/office/drawing/2014/main" id="{31E58250-16FD-303D-6FF0-FA42C3CEAC35}"/>
              </a:ext>
            </a:extLst>
          </p:cNvPr>
          <p:cNvSpPr/>
          <p:nvPr/>
        </p:nvSpPr>
        <p:spPr>
          <a:xfrm>
            <a:off x="10078497" y="5692392"/>
            <a:ext cx="1762637" cy="817910"/>
          </a:xfrm>
          <a:prstGeom prst="roundRect">
            <a:avLst/>
          </a:prstGeom>
          <a:solidFill>
            <a:srgbClr val="578BFF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tx1"/>
                </a:solidFill>
                <a:latin typeface="Bahnschrift Condensed" panose="020B0502040204020203" pitchFamily="34" charset="0"/>
              </a:rPr>
              <a:t>BACK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C59B08-EE96-4727-09BA-F01204E18710}"/>
              </a:ext>
            </a:extLst>
          </p:cNvPr>
          <p:cNvSpPr/>
          <p:nvPr/>
        </p:nvSpPr>
        <p:spPr>
          <a:xfrm>
            <a:off x="0" y="4034416"/>
            <a:ext cx="12192000" cy="293094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1" algn="ctr">
              <a:lnSpc>
                <a:spcPct val="115000"/>
              </a:lnSpc>
            </a:pPr>
            <a:endParaRPr lang="en-US" sz="3600" dirty="0">
              <a:solidFill>
                <a:schemeClr val="accent1">
                  <a:lumMod val="20000"/>
                  <a:lumOff val="80000"/>
                </a:schemeClr>
              </a:solidFill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9123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0834C-B939-4A26-1B98-2B4C20414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EDEF7-33A5-F478-191F-D947DA3877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2000948"/>
          </a:xfrm>
        </p:spPr>
        <p:txBody>
          <a:bodyPr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400" dirty="0">
                <a:solidFill>
                  <a:schemeClr val="accent1">
                    <a:lumMod val="20000"/>
                    <a:lumOff val="80000"/>
                  </a:schemeClr>
                </a:solidFill>
                <a:latin typeface="Bahnschrift Condensed" panose="020B0502040204020203" pitchFamily="34" charset="0"/>
              </a:rPr>
              <a:t>A plastic material that is used in sex toys and Legos.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C4E4EF-4C42-DCB9-B7C9-AA51A05F88DD}"/>
              </a:ext>
            </a:extLst>
          </p:cNvPr>
          <p:cNvSpPr/>
          <p:nvPr/>
        </p:nvSpPr>
        <p:spPr>
          <a:xfrm>
            <a:off x="838200" y="286377"/>
            <a:ext cx="10515600" cy="1331407"/>
          </a:xfrm>
          <a:prstGeom prst="rect">
            <a:avLst/>
          </a:prstGeom>
          <a:solidFill>
            <a:srgbClr val="578B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  <a:latin typeface="Bahnschrift Condensed" panose="020B0502040204020203" pitchFamily="34" charset="0"/>
              </a:rPr>
              <a:t>Materials $400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35C5D5-7CC3-8474-5A15-9B208924545F}"/>
              </a:ext>
            </a:extLst>
          </p:cNvPr>
          <p:cNvSpPr/>
          <p:nvPr/>
        </p:nvSpPr>
        <p:spPr>
          <a:xfrm>
            <a:off x="838200" y="3826574"/>
            <a:ext cx="10515600" cy="253905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1" algn="ctr">
              <a:lnSpc>
                <a:spcPct val="115000"/>
              </a:lnSpc>
            </a:pPr>
            <a:r>
              <a:rPr lang="en-US" sz="3600" dirty="0">
                <a:solidFill>
                  <a:schemeClr val="accent1">
                    <a:lumMod val="60000"/>
                    <a:lumOff val="40000"/>
                  </a:schemeClr>
                </a:solidFill>
                <a:latin typeface="Bahnschrift Condensed" panose="020B0502040204020203" pitchFamily="34" charset="0"/>
              </a:rPr>
              <a:t>What is hard ABS plastic?</a:t>
            </a:r>
          </a:p>
        </p:txBody>
      </p:sp>
      <p:sp>
        <p:nvSpPr>
          <p:cNvPr id="9" name="Rectangle: Rounded Corners 8">
            <a:hlinkClick r:id="rId2" action="ppaction://hlinksldjump"/>
            <a:extLst>
              <a:ext uri="{FF2B5EF4-FFF2-40B4-BE49-F238E27FC236}">
                <a16:creationId xmlns:a16="http://schemas.microsoft.com/office/drawing/2014/main" id="{10D384C3-A866-9AF9-BBCC-CD1680DE3185}"/>
              </a:ext>
            </a:extLst>
          </p:cNvPr>
          <p:cNvSpPr/>
          <p:nvPr/>
        </p:nvSpPr>
        <p:spPr>
          <a:xfrm>
            <a:off x="10078497" y="5692392"/>
            <a:ext cx="1762637" cy="817910"/>
          </a:xfrm>
          <a:prstGeom prst="roundRect">
            <a:avLst/>
          </a:prstGeom>
          <a:solidFill>
            <a:srgbClr val="578BFF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tx1"/>
                </a:solidFill>
                <a:latin typeface="Bahnschrift Condensed" panose="020B0502040204020203" pitchFamily="34" charset="0"/>
              </a:rPr>
              <a:t>BACK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EA0F9F-0183-B823-134D-DBBDD77CAE2A}"/>
              </a:ext>
            </a:extLst>
          </p:cNvPr>
          <p:cNvSpPr/>
          <p:nvPr/>
        </p:nvSpPr>
        <p:spPr>
          <a:xfrm>
            <a:off x="50241" y="3856311"/>
            <a:ext cx="12192000" cy="293094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1" algn="ctr">
              <a:lnSpc>
                <a:spcPct val="115000"/>
              </a:lnSpc>
            </a:pPr>
            <a:endParaRPr lang="en-US" sz="3600" dirty="0">
              <a:solidFill>
                <a:schemeClr val="accent1">
                  <a:lumMod val="20000"/>
                  <a:lumOff val="80000"/>
                </a:schemeClr>
              </a:solidFill>
              <a:latin typeface="Bahnschrift Condensed" panose="020B050204020402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16641F-D3CA-48BD-A98B-5318C88288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9534" y="3336036"/>
            <a:ext cx="5932932" cy="18592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2AA01F8-67B8-E496-99BF-3507BBFC9A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9534" y="3336036"/>
            <a:ext cx="5932932" cy="18592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51BB256-E100-19FA-D572-840301C3DF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9534" y="3336036"/>
            <a:ext cx="5932932" cy="18592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15CAB6A-4E21-6A81-9967-3E5F7AE630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9534" y="3336036"/>
            <a:ext cx="5932932" cy="185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691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FE9D2-CA5C-5856-DF23-0F22E4CE0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589A1-AF8F-25AB-EFA0-07767628B8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2000948"/>
          </a:xfrm>
        </p:spPr>
        <p:txBody>
          <a:bodyPr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400" dirty="0">
                <a:solidFill>
                  <a:schemeClr val="accent1">
                    <a:lumMod val="20000"/>
                    <a:lumOff val="80000"/>
                  </a:schemeClr>
                </a:solidFill>
                <a:latin typeface="Bahnschrift Condensed" panose="020B0502040204020203" pitchFamily="34" charset="0"/>
              </a:rPr>
              <a:t>This is the only metal that sex toys should be made of.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B88F8A-68FC-7F5A-A9F4-BBF6D42F2F16}"/>
              </a:ext>
            </a:extLst>
          </p:cNvPr>
          <p:cNvSpPr/>
          <p:nvPr/>
        </p:nvSpPr>
        <p:spPr>
          <a:xfrm>
            <a:off x="838200" y="286377"/>
            <a:ext cx="10515600" cy="1331407"/>
          </a:xfrm>
          <a:prstGeom prst="rect">
            <a:avLst/>
          </a:prstGeom>
          <a:solidFill>
            <a:srgbClr val="578B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  <a:latin typeface="Bahnschrift Condensed" panose="020B0502040204020203" pitchFamily="34" charset="0"/>
              </a:rPr>
              <a:t>Materials $600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724802-90FA-D1D5-8E61-C7B1A7B9120C}"/>
              </a:ext>
            </a:extLst>
          </p:cNvPr>
          <p:cNvSpPr/>
          <p:nvPr/>
        </p:nvSpPr>
        <p:spPr>
          <a:xfrm>
            <a:off x="838200" y="3826574"/>
            <a:ext cx="10515600" cy="253905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1" algn="ctr">
              <a:lnSpc>
                <a:spcPct val="115000"/>
              </a:lnSpc>
            </a:pPr>
            <a:r>
              <a:rPr lang="en-US" sz="3600" dirty="0">
                <a:solidFill>
                  <a:schemeClr val="accent1">
                    <a:lumMod val="60000"/>
                    <a:lumOff val="40000"/>
                  </a:schemeClr>
                </a:solidFill>
                <a:latin typeface="Bahnschrift Condensed" panose="020B0502040204020203" pitchFamily="34" charset="0"/>
              </a:rPr>
              <a:t>What is medical-grade stainless steel?</a:t>
            </a:r>
          </a:p>
        </p:txBody>
      </p:sp>
      <p:sp>
        <p:nvSpPr>
          <p:cNvPr id="9" name="Rectangle: Rounded Corners 8">
            <a:hlinkClick r:id="rId2" action="ppaction://hlinksldjump"/>
            <a:extLst>
              <a:ext uri="{FF2B5EF4-FFF2-40B4-BE49-F238E27FC236}">
                <a16:creationId xmlns:a16="http://schemas.microsoft.com/office/drawing/2014/main" id="{CD320764-2E7B-CB00-AA59-1B5860972149}"/>
              </a:ext>
            </a:extLst>
          </p:cNvPr>
          <p:cNvSpPr/>
          <p:nvPr/>
        </p:nvSpPr>
        <p:spPr>
          <a:xfrm>
            <a:off x="10078497" y="5692392"/>
            <a:ext cx="1762637" cy="817910"/>
          </a:xfrm>
          <a:prstGeom prst="roundRect">
            <a:avLst/>
          </a:prstGeom>
          <a:solidFill>
            <a:srgbClr val="578BFF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tx1"/>
                </a:solidFill>
                <a:latin typeface="Bahnschrift Condensed" panose="020B0502040204020203" pitchFamily="34" charset="0"/>
              </a:rPr>
              <a:t>BACK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1A80D5E-A514-A920-6D12-48F493DBAB57}"/>
              </a:ext>
            </a:extLst>
          </p:cNvPr>
          <p:cNvSpPr/>
          <p:nvPr/>
        </p:nvSpPr>
        <p:spPr>
          <a:xfrm>
            <a:off x="0" y="3702556"/>
            <a:ext cx="12192000" cy="293094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1" algn="ctr">
              <a:lnSpc>
                <a:spcPct val="115000"/>
              </a:lnSpc>
            </a:pPr>
            <a:endParaRPr lang="en-US" sz="3600" dirty="0">
              <a:solidFill>
                <a:schemeClr val="accent1">
                  <a:lumMod val="20000"/>
                  <a:lumOff val="80000"/>
                </a:schemeClr>
              </a:solidFill>
              <a:latin typeface="Bahnschrift Condensed" panose="020B050204020402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A77C87-A2D7-0418-4647-FF63F33268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9534" y="3336036"/>
            <a:ext cx="5932932" cy="18592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1E6780-8596-65CD-27CF-E7A6BFFB31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9534" y="3336036"/>
            <a:ext cx="5932932" cy="18592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F644CF2-1A38-E432-061B-6FD1F36BD8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9534" y="3336036"/>
            <a:ext cx="5932932" cy="18592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767EA14-5CDF-1CDA-E57D-F94698B749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9534" y="3336036"/>
            <a:ext cx="5932932" cy="185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052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CBBF2-6381-91CA-CDCE-FFF568967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52F56E-FD12-66DC-5461-174D5697C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2000948"/>
          </a:xfrm>
        </p:spPr>
        <p:txBody>
          <a:bodyPr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400" dirty="0">
                <a:solidFill>
                  <a:schemeClr val="accent1">
                    <a:lumMod val="20000"/>
                    <a:lumOff val="80000"/>
                  </a:schemeClr>
                </a:solidFill>
                <a:latin typeface="Bahnschrift Condensed" panose="020B0502040204020203" pitchFamily="34" charset="0"/>
              </a:rPr>
              <a:t>This is a type of glass that is used in sex toys and cookware.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007C21-2A22-E863-3608-04D20F7DCD86}"/>
              </a:ext>
            </a:extLst>
          </p:cNvPr>
          <p:cNvSpPr/>
          <p:nvPr/>
        </p:nvSpPr>
        <p:spPr>
          <a:xfrm>
            <a:off x="838200" y="286377"/>
            <a:ext cx="10515600" cy="1331407"/>
          </a:xfrm>
          <a:prstGeom prst="rect">
            <a:avLst/>
          </a:prstGeom>
          <a:solidFill>
            <a:srgbClr val="578B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  <a:latin typeface="Bahnschrift Condensed" panose="020B0502040204020203" pitchFamily="34" charset="0"/>
              </a:rPr>
              <a:t>Materials $800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25D2DC-AD23-68CE-340A-77D020FD4465}"/>
              </a:ext>
            </a:extLst>
          </p:cNvPr>
          <p:cNvSpPr/>
          <p:nvPr/>
        </p:nvSpPr>
        <p:spPr>
          <a:xfrm>
            <a:off x="838200" y="3826574"/>
            <a:ext cx="10515600" cy="253905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1" algn="ctr">
              <a:lnSpc>
                <a:spcPct val="115000"/>
              </a:lnSpc>
            </a:pPr>
            <a:r>
              <a:rPr lang="en-US" sz="3600" dirty="0">
                <a:solidFill>
                  <a:schemeClr val="accent1">
                    <a:lumMod val="60000"/>
                    <a:lumOff val="40000"/>
                  </a:schemeClr>
                </a:solidFill>
                <a:latin typeface="Bahnschrift Condensed" panose="020B0502040204020203" pitchFamily="34" charset="0"/>
              </a:rPr>
              <a:t>What is borosilicate glass?</a:t>
            </a:r>
          </a:p>
        </p:txBody>
      </p:sp>
      <p:sp>
        <p:nvSpPr>
          <p:cNvPr id="9" name="Rectangle: Rounded Corners 8">
            <a:hlinkClick r:id="rId2" action="ppaction://hlinksldjump"/>
            <a:extLst>
              <a:ext uri="{FF2B5EF4-FFF2-40B4-BE49-F238E27FC236}">
                <a16:creationId xmlns:a16="http://schemas.microsoft.com/office/drawing/2014/main" id="{D981B743-5BCA-DA64-4EF2-E66F3BCAE0D2}"/>
              </a:ext>
            </a:extLst>
          </p:cNvPr>
          <p:cNvSpPr/>
          <p:nvPr/>
        </p:nvSpPr>
        <p:spPr>
          <a:xfrm>
            <a:off x="10078497" y="5692392"/>
            <a:ext cx="1762637" cy="817910"/>
          </a:xfrm>
          <a:prstGeom prst="roundRect">
            <a:avLst/>
          </a:prstGeom>
          <a:solidFill>
            <a:srgbClr val="578BFF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tx1"/>
                </a:solidFill>
                <a:latin typeface="Bahnschrift Condensed" panose="020B0502040204020203" pitchFamily="34" charset="0"/>
              </a:rPr>
              <a:t>BACK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82280A3-8947-3BE4-995E-250FF4FF8F0A}"/>
              </a:ext>
            </a:extLst>
          </p:cNvPr>
          <p:cNvSpPr/>
          <p:nvPr/>
        </p:nvSpPr>
        <p:spPr>
          <a:xfrm>
            <a:off x="35170" y="3871513"/>
            <a:ext cx="12192000" cy="293094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1" algn="ctr">
              <a:lnSpc>
                <a:spcPct val="115000"/>
              </a:lnSpc>
            </a:pPr>
            <a:endParaRPr lang="en-US" sz="3600" dirty="0">
              <a:solidFill>
                <a:schemeClr val="accent1">
                  <a:lumMod val="20000"/>
                  <a:lumOff val="80000"/>
                </a:schemeClr>
              </a:solidFill>
              <a:latin typeface="Bahnschrift Condensed" panose="020B050204020402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17B309-A694-6CAC-5E4F-A49FE9CCB1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9534" y="3336036"/>
            <a:ext cx="5932932" cy="18592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FF2C411-57E4-BD83-585D-971CE8F184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9534" y="3336036"/>
            <a:ext cx="5932932" cy="18592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5E9CCFA-6EAB-C4E9-B225-8BA23F68EF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9534" y="3336036"/>
            <a:ext cx="5932932" cy="185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236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7A7CB-8DF9-7BBA-9C42-0E87CA2E6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F98261-1347-E367-472C-27FA214644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2000948"/>
          </a:xfrm>
        </p:spPr>
        <p:txBody>
          <a:bodyPr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400" dirty="0">
                <a:solidFill>
                  <a:schemeClr val="accent1">
                    <a:lumMod val="20000"/>
                    <a:lumOff val="80000"/>
                  </a:schemeClr>
                </a:solidFill>
                <a:latin typeface="Bahnschrift Condensed" panose="020B0502040204020203" pitchFamily="34" charset="0"/>
              </a:rPr>
              <a:t>This word is used to describe materials that are non-porous, phthalate-free, non-toxic, and hypoallergenic.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892A5D-0F9E-CD05-1A00-9C0747DD6028}"/>
              </a:ext>
            </a:extLst>
          </p:cNvPr>
          <p:cNvSpPr/>
          <p:nvPr/>
        </p:nvSpPr>
        <p:spPr>
          <a:xfrm>
            <a:off x="838200" y="286377"/>
            <a:ext cx="10515600" cy="1331407"/>
          </a:xfrm>
          <a:prstGeom prst="rect">
            <a:avLst/>
          </a:prstGeom>
          <a:solidFill>
            <a:srgbClr val="578B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  <a:latin typeface="Bahnschrift Condensed" panose="020B0502040204020203" pitchFamily="34" charset="0"/>
              </a:rPr>
              <a:t>Materials $1000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014FD2-B96C-EC9F-BA87-15F693C42FF2}"/>
              </a:ext>
            </a:extLst>
          </p:cNvPr>
          <p:cNvSpPr/>
          <p:nvPr/>
        </p:nvSpPr>
        <p:spPr>
          <a:xfrm>
            <a:off x="838200" y="3826574"/>
            <a:ext cx="10515600" cy="253905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1" algn="ctr">
              <a:lnSpc>
                <a:spcPct val="115000"/>
              </a:lnSpc>
            </a:pPr>
            <a:r>
              <a:rPr lang="en-US" sz="3600" dirty="0">
                <a:solidFill>
                  <a:schemeClr val="accent1">
                    <a:lumMod val="60000"/>
                    <a:lumOff val="40000"/>
                  </a:schemeClr>
                </a:solidFill>
                <a:latin typeface="Bahnschrift Condensed" panose="020B0502040204020203" pitchFamily="34" charset="0"/>
              </a:rPr>
              <a:t>What is body safe materials?</a:t>
            </a:r>
          </a:p>
        </p:txBody>
      </p:sp>
      <p:sp>
        <p:nvSpPr>
          <p:cNvPr id="9" name="Rectangle: Rounded Corners 8">
            <a:hlinkClick r:id="rId2" action="ppaction://hlinksldjump"/>
            <a:extLst>
              <a:ext uri="{FF2B5EF4-FFF2-40B4-BE49-F238E27FC236}">
                <a16:creationId xmlns:a16="http://schemas.microsoft.com/office/drawing/2014/main" id="{2C89DC99-7917-2642-E52B-0E9146B07ED0}"/>
              </a:ext>
            </a:extLst>
          </p:cNvPr>
          <p:cNvSpPr/>
          <p:nvPr/>
        </p:nvSpPr>
        <p:spPr>
          <a:xfrm>
            <a:off x="10078497" y="5692392"/>
            <a:ext cx="1762637" cy="817910"/>
          </a:xfrm>
          <a:prstGeom prst="roundRect">
            <a:avLst/>
          </a:prstGeom>
          <a:solidFill>
            <a:srgbClr val="578BFF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tx1"/>
                </a:solidFill>
                <a:latin typeface="Bahnschrift Condensed" panose="020B0502040204020203" pitchFamily="34" charset="0"/>
              </a:rPr>
              <a:t>BACK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B2F15EA-43A3-C179-ACCC-76A6DA3907C4}"/>
              </a:ext>
            </a:extLst>
          </p:cNvPr>
          <p:cNvSpPr/>
          <p:nvPr/>
        </p:nvSpPr>
        <p:spPr>
          <a:xfrm>
            <a:off x="-52103" y="4173800"/>
            <a:ext cx="12192000" cy="293094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1" algn="ctr">
              <a:lnSpc>
                <a:spcPct val="115000"/>
              </a:lnSpc>
            </a:pPr>
            <a:endParaRPr lang="en-US" sz="3600" dirty="0">
              <a:solidFill>
                <a:schemeClr val="accent1">
                  <a:lumMod val="20000"/>
                  <a:lumOff val="80000"/>
                </a:schemeClr>
              </a:solidFill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2245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44FB9-1C56-1FC8-A1FD-C4A7CBA61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5362D-876A-2400-DDCD-A9D47D0FA4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2000948"/>
          </a:xfrm>
        </p:spPr>
        <p:txBody>
          <a:bodyPr anchor="ctr">
            <a:normAutofit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400" dirty="0">
                <a:solidFill>
                  <a:schemeClr val="accent1">
                    <a:lumMod val="20000"/>
                    <a:lumOff val="80000"/>
                  </a:schemeClr>
                </a:solidFill>
                <a:latin typeface="Bahnschrift Condensed" panose="020B0502040204020203" pitchFamily="34" charset="0"/>
              </a:rPr>
              <a:t>This type of sex toy was invented and popularized during the twentieth century and is often used to stimulate the clitoris.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3014B27-DFE2-8848-3648-0CBF92C5ED70}"/>
              </a:ext>
            </a:extLst>
          </p:cNvPr>
          <p:cNvSpPr/>
          <p:nvPr/>
        </p:nvSpPr>
        <p:spPr>
          <a:xfrm>
            <a:off x="838200" y="286377"/>
            <a:ext cx="10515600" cy="1331407"/>
          </a:xfrm>
          <a:prstGeom prst="rect">
            <a:avLst/>
          </a:prstGeom>
          <a:solidFill>
            <a:srgbClr val="578B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  <a:latin typeface="Bahnschrift Condensed" panose="020B0502040204020203" pitchFamily="34" charset="0"/>
              </a:rPr>
              <a:t>Vibrators $200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4D47A8-D6D1-5636-6F5A-D05136A2CD09}"/>
              </a:ext>
            </a:extLst>
          </p:cNvPr>
          <p:cNvSpPr/>
          <p:nvPr/>
        </p:nvSpPr>
        <p:spPr>
          <a:xfrm>
            <a:off x="838200" y="3826574"/>
            <a:ext cx="10515600" cy="253905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1" algn="ctr">
              <a:lnSpc>
                <a:spcPct val="115000"/>
              </a:lnSpc>
            </a:pPr>
            <a:r>
              <a:rPr lang="en-US" sz="3600" dirty="0">
                <a:solidFill>
                  <a:schemeClr val="accent1">
                    <a:lumMod val="60000"/>
                    <a:lumOff val="40000"/>
                  </a:schemeClr>
                </a:solidFill>
                <a:latin typeface="Bahnschrift Condensed" panose="020B0502040204020203" pitchFamily="34" charset="0"/>
              </a:rPr>
              <a:t>What is suction/air pulse toy?</a:t>
            </a:r>
          </a:p>
        </p:txBody>
      </p:sp>
      <p:sp>
        <p:nvSpPr>
          <p:cNvPr id="9" name="Rectangle: Rounded Corners 8">
            <a:hlinkClick r:id="rId2" action="ppaction://hlinksldjump"/>
            <a:extLst>
              <a:ext uri="{FF2B5EF4-FFF2-40B4-BE49-F238E27FC236}">
                <a16:creationId xmlns:a16="http://schemas.microsoft.com/office/drawing/2014/main" id="{77C9BB82-FD56-C730-22C9-90936728C92C}"/>
              </a:ext>
            </a:extLst>
          </p:cNvPr>
          <p:cNvSpPr/>
          <p:nvPr/>
        </p:nvSpPr>
        <p:spPr>
          <a:xfrm>
            <a:off x="10078497" y="5692392"/>
            <a:ext cx="1762637" cy="817910"/>
          </a:xfrm>
          <a:prstGeom prst="roundRect">
            <a:avLst/>
          </a:prstGeom>
          <a:solidFill>
            <a:srgbClr val="578BFF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tx1"/>
                </a:solidFill>
                <a:latin typeface="Bahnschrift Condensed" panose="020B0502040204020203" pitchFamily="34" charset="0"/>
              </a:rPr>
              <a:t>BACK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7E2A469-ACBF-F417-F118-188CB1BADDF7}"/>
              </a:ext>
            </a:extLst>
          </p:cNvPr>
          <p:cNvSpPr/>
          <p:nvPr/>
        </p:nvSpPr>
        <p:spPr>
          <a:xfrm>
            <a:off x="0" y="3858395"/>
            <a:ext cx="12192000" cy="293094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1" algn="ctr">
              <a:lnSpc>
                <a:spcPct val="115000"/>
              </a:lnSpc>
            </a:pPr>
            <a:endParaRPr lang="en-US" sz="3600" dirty="0">
              <a:solidFill>
                <a:schemeClr val="accent1">
                  <a:lumMod val="20000"/>
                  <a:lumOff val="80000"/>
                </a:schemeClr>
              </a:solidFill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1017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A6CFB-DB86-93C0-C15E-06F140EAD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08FD47-56FD-0709-C582-87F83B3B02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2000948"/>
          </a:xfrm>
        </p:spPr>
        <p:txBody>
          <a:bodyPr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400" dirty="0">
                <a:solidFill>
                  <a:schemeClr val="accent1">
                    <a:lumMod val="20000"/>
                    <a:lumOff val="80000"/>
                  </a:schemeClr>
                </a:solidFill>
                <a:latin typeface="Bahnschrift Condensed" panose="020B0502040204020203" pitchFamily="34" charset="0"/>
              </a:rPr>
              <a:t>These types of vibrators are known for their rumbly vibrations that can stimulate nerves deeply.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A1E76A-2A12-4020-1188-B288A6715A41}"/>
              </a:ext>
            </a:extLst>
          </p:cNvPr>
          <p:cNvSpPr/>
          <p:nvPr/>
        </p:nvSpPr>
        <p:spPr>
          <a:xfrm>
            <a:off x="838200" y="286377"/>
            <a:ext cx="10515600" cy="1331407"/>
          </a:xfrm>
          <a:prstGeom prst="rect">
            <a:avLst/>
          </a:prstGeom>
          <a:solidFill>
            <a:srgbClr val="578B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  <a:latin typeface="Bahnschrift Condensed" panose="020B0502040204020203" pitchFamily="34" charset="0"/>
              </a:rPr>
              <a:t>Vibrators $400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76B25E-E5C3-5231-ED5A-E5648AADD3DF}"/>
              </a:ext>
            </a:extLst>
          </p:cNvPr>
          <p:cNvSpPr/>
          <p:nvPr/>
        </p:nvSpPr>
        <p:spPr>
          <a:xfrm>
            <a:off x="838200" y="3826574"/>
            <a:ext cx="10515600" cy="253905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1" algn="ctr">
              <a:lnSpc>
                <a:spcPct val="115000"/>
              </a:lnSpc>
            </a:pPr>
            <a:r>
              <a:rPr lang="en-US" sz="3600" dirty="0">
                <a:solidFill>
                  <a:schemeClr val="accent1">
                    <a:lumMod val="60000"/>
                    <a:lumOff val="40000"/>
                  </a:schemeClr>
                </a:solidFill>
                <a:latin typeface="Bahnschrift Condensed" panose="020B0502040204020203" pitchFamily="34" charset="0"/>
              </a:rPr>
              <a:t>What is wand, rabbit, or dildo vibrator?</a:t>
            </a:r>
          </a:p>
        </p:txBody>
      </p:sp>
      <p:sp>
        <p:nvSpPr>
          <p:cNvPr id="9" name="Rectangle: Rounded Corners 8">
            <a:hlinkClick r:id="rId2" action="ppaction://hlinksldjump"/>
            <a:extLst>
              <a:ext uri="{FF2B5EF4-FFF2-40B4-BE49-F238E27FC236}">
                <a16:creationId xmlns:a16="http://schemas.microsoft.com/office/drawing/2014/main" id="{6803EE7F-4FBC-6841-CB52-D0D1BF10A448}"/>
              </a:ext>
            </a:extLst>
          </p:cNvPr>
          <p:cNvSpPr/>
          <p:nvPr/>
        </p:nvSpPr>
        <p:spPr>
          <a:xfrm>
            <a:off x="10078497" y="5692392"/>
            <a:ext cx="1762637" cy="817910"/>
          </a:xfrm>
          <a:prstGeom prst="roundRect">
            <a:avLst/>
          </a:prstGeom>
          <a:solidFill>
            <a:srgbClr val="578BFF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tx1"/>
                </a:solidFill>
                <a:latin typeface="Bahnschrift Condensed" panose="020B0502040204020203" pitchFamily="34" charset="0"/>
              </a:rPr>
              <a:t>BACK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0D03960-DC3A-2AF7-D925-99D961DC09C3}"/>
              </a:ext>
            </a:extLst>
          </p:cNvPr>
          <p:cNvSpPr/>
          <p:nvPr/>
        </p:nvSpPr>
        <p:spPr>
          <a:xfrm>
            <a:off x="0" y="3927058"/>
            <a:ext cx="12192000" cy="293094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1" algn="ctr">
              <a:lnSpc>
                <a:spcPct val="115000"/>
              </a:lnSpc>
            </a:pPr>
            <a:endParaRPr lang="en-US" sz="3600" dirty="0">
              <a:solidFill>
                <a:schemeClr val="accent1">
                  <a:lumMod val="20000"/>
                  <a:lumOff val="80000"/>
                </a:schemeClr>
              </a:solidFill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3320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ED5E0-13F9-2099-99DD-252E89FDC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9F304-2F24-966C-70C5-4BB31F110C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2000948"/>
          </a:xfrm>
        </p:spPr>
        <p:txBody>
          <a:bodyPr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400" dirty="0">
                <a:solidFill>
                  <a:schemeClr val="accent1">
                    <a:lumMod val="20000"/>
                    <a:lumOff val="80000"/>
                  </a:schemeClr>
                </a:solidFill>
                <a:latin typeface="Bahnschrift Condensed" panose="020B0502040204020203" pitchFamily="34" charset="0"/>
              </a:rPr>
              <a:t>This type of vibrator is known for its targeted buzzy vibration that can be described as intense.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F21E81-2FE4-5017-7C7B-A1BD56833351}"/>
              </a:ext>
            </a:extLst>
          </p:cNvPr>
          <p:cNvSpPr/>
          <p:nvPr/>
        </p:nvSpPr>
        <p:spPr>
          <a:xfrm>
            <a:off x="838200" y="286377"/>
            <a:ext cx="10515600" cy="1331407"/>
          </a:xfrm>
          <a:prstGeom prst="rect">
            <a:avLst/>
          </a:prstGeom>
          <a:solidFill>
            <a:srgbClr val="578B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  <a:latin typeface="Bahnschrift Condensed" panose="020B0502040204020203" pitchFamily="34" charset="0"/>
              </a:rPr>
              <a:t>Vibrators $600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426736-33DD-D87C-4060-7128661EAA3D}"/>
              </a:ext>
            </a:extLst>
          </p:cNvPr>
          <p:cNvSpPr/>
          <p:nvPr/>
        </p:nvSpPr>
        <p:spPr>
          <a:xfrm>
            <a:off x="838200" y="3826574"/>
            <a:ext cx="10515600" cy="253905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1" algn="ctr">
              <a:lnSpc>
                <a:spcPct val="115000"/>
              </a:lnSpc>
            </a:pPr>
            <a:r>
              <a:rPr lang="en-US" sz="3600" dirty="0">
                <a:solidFill>
                  <a:schemeClr val="accent1">
                    <a:lumMod val="60000"/>
                    <a:lumOff val="40000"/>
                  </a:schemeClr>
                </a:solidFill>
                <a:latin typeface="Bahnschrift Condensed" panose="020B0502040204020203" pitchFamily="34" charset="0"/>
              </a:rPr>
              <a:t>What is bullet or egg vibe?</a:t>
            </a:r>
          </a:p>
        </p:txBody>
      </p:sp>
      <p:sp>
        <p:nvSpPr>
          <p:cNvPr id="9" name="Rectangle: Rounded Corners 8">
            <a:hlinkClick r:id="rId2" action="ppaction://hlinksldjump"/>
            <a:extLst>
              <a:ext uri="{FF2B5EF4-FFF2-40B4-BE49-F238E27FC236}">
                <a16:creationId xmlns:a16="http://schemas.microsoft.com/office/drawing/2014/main" id="{34039DCB-5F8A-A1F4-5912-31BF4F8F4C25}"/>
              </a:ext>
            </a:extLst>
          </p:cNvPr>
          <p:cNvSpPr/>
          <p:nvPr/>
        </p:nvSpPr>
        <p:spPr>
          <a:xfrm>
            <a:off x="10078497" y="5692392"/>
            <a:ext cx="1762637" cy="817910"/>
          </a:xfrm>
          <a:prstGeom prst="roundRect">
            <a:avLst/>
          </a:prstGeom>
          <a:solidFill>
            <a:srgbClr val="578BFF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tx1"/>
                </a:solidFill>
                <a:latin typeface="Bahnschrift Condensed" panose="020B0502040204020203" pitchFamily="34" charset="0"/>
              </a:rPr>
              <a:t>BACK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4D8DD9-474E-1932-6C03-BCDE6E41A76E}"/>
              </a:ext>
            </a:extLst>
          </p:cNvPr>
          <p:cNvSpPr/>
          <p:nvPr/>
        </p:nvSpPr>
        <p:spPr>
          <a:xfrm>
            <a:off x="0" y="3826574"/>
            <a:ext cx="12192000" cy="293094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1" algn="ctr">
              <a:lnSpc>
                <a:spcPct val="115000"/>
              </a:lnSpc>
            </a:pPr>
            <a:endParaRPr lang="en-US" sz="3600" dirty="0">
              <a:solidFill>
                <a:schemeClr val="accent1">
                  <a:lumMod val="20000"/>
                  <a:lumOff val="80000"/>
                </a:schemeClr>
              </a:solidFill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9499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74EB0-331E-4EFC-4529-FDFEE2515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D81E54-7DB3-6D8F-F2A3-3718B808DB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2000948"/>
          </a:xfrm>
        </p:spPr>
        <p:txBody>
          <a:bodyPr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400" dirty="0">
                <a:solidFill>
                  <a:schemeClr val="accent1">
                    <a:lumMod val="20000"/>
                    <a:lumOff val="80000"/>
                  </a:schemeClr>
                </a:solidFill>
                <a:latin typeface="Bahnschrift Condensed" panose="020B0502040204020203" pitchFamily="34" charset="0"/>
              </a:rPr>
              <a:t>This company manufactures tanks, excavators, and wand vibrators.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D6DAB6-47D3-CAC4-9AEB-41B1B66D222E}"/>
              </a:ext>
            </a:extLst>
          </p:cNvPr>
          <p:cNvSpPr/>
          <p:nvPr/>
        </p:nvSpPr>
        <p:spPr>
          <a:xfrm>
            <a:off x="838200" y="286377"/>
            <a:ext cx="10515600" cy="1331407"/>
          </a:xfrm>
          <a:prstGeom prst="rect">
            <a:avLst/>
          </a:prstGeom>
          <a:solidFill>
            <a:srgbClr val="578B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  <a:latin typeface="Bahnschrift Condensed" panose="020B0502040204020203" pitchFamily="34" charset="0"/>
              </a:rPr>
              <a:t>Vibrators $800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04FE71-5264-96A0-9A5A-5813042178F0}"/>
              </a:ext>
            </a:extLst>
          </p:cNvPr>
          <p:cNvSpPr/>
          <p:nvPr/>
        </p:nvSpPr>
        <p:spPr>
          <a:xfrm>
            <a:off x="838200" y="3826574"/>
            <a:ext cx="10515600" cy="253905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1" algn="ctr">
              <a:lnSpc>
                <a:spcPct val="115000"/>
              </a:lnSpc>
            </a:pPr>
            <a:r>
              <a:rPr lang="en-US" sz="3600" dirty="0">
                <a:solidFill>
                  <a:schemeClr val="accent1">
                    <a:lumMod val="60000"/>
                    <a:lumOff val="40000"/>
                  </a:schemeClr>
                </a:solidFill>
                <a:latin typeface="Bahnschrift Condensed" panose="020B0502040204020203" pitchFamily="34" charset="0"/>
              </a:rPr>
              <a:t>What is Hitachi?</a:t>
            </a:r>
          </a:p>
        </p:txBody>
      </p:sp>
      <p:sp>
        <p:nvSpPr>
          <p:cNvPr id="9" name="Rectangle: Rounded Corners 8">
            <a:hlinkClick r:id="rId2" action="ppaction://hlinksldjump"/>
            <a:extLst>
              <a:ext uri="{FF2B5EF4-FFF2-40B4-BE49-F238E27FC236}">
                <a16:creationId xmlns:a16="http://schemas.microsoft.com/office/drawing/2014/main" id="{08D15615-CB91-F5B8-FD3D-3B9072BBFC76}"/>
              </a:ext>
            </a:extLst>
          </p:cNvPr>
          <p:cNvSpPr/>
          <p:nvPr/>
        </p:nvSpPr>
        <p:spPr>
          <a:xfrm>
            <a:off x="10078497" y="5692392"/>
            <a:ext cx="1762637" cy="817910"/>
          </a:xfrm>
          <a:prstGeom prst="roundRect">
            <a:avLst/>
          </a:prstGeom>
          <a:solidFill>
            <a:srgbClr val="578BFF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tx1"/>
                </a:solidFill>
                <a:latin typeface="Bahnschrift Condensed" panose="020B0502040204020203" pitchFamily="34" charset="0"/>
              </a:rPr>
              <a:t>BACK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F9A039-72EB-0190-09BB-C5423588EE42}"/>
              </a:ext>
            </a:extLst>
          </p:cNvPr>
          <p:cNvSpPr/>
          <p:nvPr/>
        </p:nvSpPr>
        <p:spPr>
          <a:xfrm>
            <a:off x="0" y="3877018"/>
            <a:ext cx="12192000" cy="293094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1" algn="ctr">
              <a:lnSpc>
                <a:spcPct val="115000"/>
              </a:lnSpc>
            </a:pPr>
            <a:endParaRPr lang="en-US" sz="3600" dirty="0">
              <a:solidFill>
                <a:schemeClr val="accent1">
                  <a:lumMod val="20000"/>
                  <a:lumOff val="80000"/>
                </a:schemeClr>
              </a:solidFill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0064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67910-7C45-703A-B722-E7AAEE3AD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18716-3E19-B738-4A54-619FA0310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2000948"/>
          </a:xfrm>
        </p:spPr>
        <p:txBody>
          <a:bodyPr anchor="ctr">
            <a:normAutofit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400" dirty="0">
                <a:solidFill>
                  <a:schemeClr val="accent1">
                    <a:lumMod val="20000"/>
                    <a:lumOff val="80000"/>
                  </a:schemeClr>
                </a:solidFill>
                <a:latin typeface="Bahnschrift Condensed" panose="020B0502040204020203" pitchFamily="34" charset="0"/>
              </a:rPr>
              <a:t>This doctor invented the precursor to the vibrator (they were originally used to treat pain, deafness, and spinal disease) in the early 1800s.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EF9B05-C1CF-DCA5-D1AA-15AC30518C43}"/>
              </a:ext>
            </a:extLst>
          </p:cNvPr>
          <p:cNvSpPr/>
          <p:nvPr/>
        </p:nvSpPr>
        <p:spPr>
          <a:xfrm>
            <a:off x="838200" y="286377"/>
            <a:ext cx="10515600" cy="1331407"/>
          </a:xfrm>
          <a:prstGeom prst="rect">
            <a:avLst/>
          </a:prstGeom>
          <a:solidFill>
            <a:srgbClr val="578B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  <a:latin typeface="Bahnschrift Condensed" panose="020B0502040204020203" pitchFamily="34" charset="0"/>
              </a:rPr>
              <a:t>Vibrators $1000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D2AD2C-01AC-0938-F416-55CBB2C11072}"/>
              </a:ext>
            </a:extLst>
          </p:cNvPr>
          <p:cNvSpPr/>
          <p:nvPr/>
        </p:nvSpPr>
        <p:spPr>
          <a:xfrm>
            <a:off x="838200" y="3826574"/>
            <a:ext cx="10515600" cy="253905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1" algn="ctr">
              <a:lnSpc>
                <a:spcPct val="115000"/>
              </a:lnSpc>
            </a:pPr>
            <a:r>
              <a:rPr lang="en-US" sz="3600" dirty="0">
                <a:solidFill>
                  <a:schemeClr val="accent1">
                    <a:lumMod val="60000"/>
                    <a:lumOff val="40000"/>
                  </a:schemeClr>
                </a:solidFill>
                <a:latin typeface="Bahnschrift Condensed" panose="020B0502040204020203" pitchFamily="34" charset="0"/>
              </a:rPr>
              <a:t>Who is Joseph Mortimer Granvile? </a:t>
            </a:r>
          </a:p>
        </p:txBody>
      </p:sp>
      <p:sp>
        <p:nvSpPr>
          <p:cNvPr id="9" name="Rectangle: Rounded Corners 8">
            <a:hlinkClick r:id="rId2" action="ppaction://hlinksldjump"/>
            <a:extLst>
              <a:ext uri="{FF2B5EF4-FFF2-40B4-BE49-F238E27FC236}">
                <a16:creationId xmlns:a16="http://schemas.microsoft.com/office/drawing/2014/main" id="{FC80D485-6648-6B77-3776-4869F3BB90D4}"/>
              </a:ext>
            </a:extLst>
          </p:cNvPr>
          <p:cNvSpPr/>
          <p:nvPr/>
        </p:nvSpPr>
        <p:spPr>
          <a:xfrm>
            <a:off x="10078497" y="5692392"/>
            <a:ext cx="1762637" cy="817910"/>
          </a:xfrm>
          <a:prstGeom prst="roundRect">
            <a:avLst/>
          </a:prstGeom>
          <a:solidFill>
            <a:srgbClr val="578BFF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tx1"/>
                </a:solidFill>
                <a:latin typeface="Bahnschrift Condensed" panose="020B0502040204020203" pitchFamily="34" charset="0"/>
              </a:rPr>
              <a:t>BACK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1900E59-A9EF-2FAF-4D85-F8B19129A5FA}"/>
              </a:ext>
            </a:extLst>
          </p:cNvPr>
          <p:cNvSpPr/>
          <p:nvPr/>
        </p:nvSpPr>
        <p:spPr>
          <a:xfrm>
            <a:off x="-81190" y="3927058"/>
            <a:ext cx="12192000" cy="293094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1" algn="ctr">
              <a:lnSpc>
                <a:spcPct val="115000"/>
              </a:lnSpc>
            </a:pPr>
            <a:endParaRPr lang="en-US" sz="3600" dirty="0">
              <a:solidFill>
                <a:schemeClr val="accent1">
                  <a:lumMod val="20000"/>
                  <a:lumOff val="80000"/>
                </a:schemeClr>
              </a:solidFill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3733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6B329-94B4-3728-CEC1-186ADC6AF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09AA2B-EADD-FD9F-8D97-3195660D0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2000948"/>
          </a:xfrm>
        </p:spPr>
        <p:txBody>
          <a:bodyPr anchor="ctr">
            <a:normAutofit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400" dirty="0">
                <a:solidFill>
                  <a:schemeClr val="accent1">
                    <a:lumMod val="20000"/>
                    <a:lumOff val="80000"/>
                  </a:schemeClr>
                </a:solidFill>
                <a:latin typeface="Bahnschrift Condensed" panose="020B0502040204020203" pitchFamily="34" charset="0"/>
              </a:rPr>
              <a:t>This common household substance can be used to clean sex toys if paired with warm water and scrubbing for 30 seconds.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F3E3266-9E86-530D-D3C0-486F9968AB07}"/>
              </a:ext>
            </a:extLst>
          </p:cNvPr>
          <p:cNvSpPr/>
          <p:nvPr/>
        </p:nvSpPr>
        <p:spPr>
          <a:xfrm>
            <a:off x="838200" y="286377"/>
            <a:ext cx="10515600" cy="1331407"/>
          </a:xfrm>
          <a:prstGeom prst="rect">
            <a:avLst/>
          </a:prstGeom>
          <a:solidFill>
            <a:srgbClr val="578B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  <a:latin typeface="Bahnschrift Condensed" panose="020B0502040204020203" pitchFamily="34" charset="0"/>
              </a:rPr>
              <a:t>Cleaning $200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69A490-E96A-02E1-57D7-1D6539C722E6}"/>
              </a:ext>
            </a:extLst>
          </p:cNvPr>
          <p:cNvSpPr/>
          <p:nvPr/>
        </p:nvSpPr>
        <p:spPr>
          <a:xfrm>
            <a:off x="838200" y="3826574"/>
            <a:ext cx="10515600" cy="253905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1" algn="ctr">
              <a:lnSpc>
                <a:spcPct val="115000"/>
              </a:lnSpc>
            </a:pPr>
            <a:r>
              <a:rPr lang="en-US" sz="3600" dirty="0">
                <a:solidFill>
                  <a:schemeClr val="accent1">
                    <a:lumMod val="60000"/>
                    <a:lumOff val="40000"/>
                  </a:schemeClr>
                </a:solidFill>
                <a:latin typeface="Bahnschrift Condensed" panose="020B0502040204020203" pitchFamily="34" charset="0"/>
              </a:rPr>
              <a:t>What is a mild unscented, antibacterial soap?</a:t>
            </a:r>
          </a:p>
          <a:p>
            <a:pPr marR="0" lvl="1" algn="ctr">
              <a:lnSpc>
                <a:spcPct val="115000"/>
              </a:lnSpc>
            </a:pPr>
            <a:endParaRPr lang="en-US" sz="2400" dirty="0">
              <a:solidFill>
                <a:schemeClr val="accent1">
                  <a:lumMod val="60000"/>
                  <a:lumOff val="40000"/>
                </a:schemeClr>
              </a:solidFill>
              <a:latin typeface="Bahnschrift Condensed" panose="020B0502040204020203" pitchFamily="34" charset="0"/>
            </a:endParaRPr>
          </a:p>
          <a:p>
            <a:pPr marR="0" lvl="1" algn="ctr">
              <a:lnSpc>
                <a:spcPct val="115000"/>
              </a:lnSpc>
            </a:pPr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Bahnschrift Condensed" panose="020B0502040204020203" pitchFamily="34" charset="0"/>
              </a:rPr>
              <a:t>(sex toy cleaning wipes or spray can also be used).</a:t>
            </a:r>
          </a:p>
        </p:txBody>
      </p:sp>
      <p:sp>
        <p:nvSpPr>
          <p:cNvPr id="9" name="Rectangle: Rounded Corners 8">
            <a:hlinkClick r:id="rId2" action="ppaction://hlinksldjump"/>
            <a:extLst>
              <a:ext uri="{FF2B5EF4-FFF2-40B4-BE49-F238E27FC236}">
                <a16:creationId xmlns:a16="http://schemas.microsoft.com/office/drawing/2014/main" id="{27F907F5-EB19-B1FA-01CD-CE7F14262F8D}"/>
              </a:ext>
            </a:extLst>
          </p:cNvPr>
          <p:cNvSpPr/>
          <p:nvPr/>
        </p:nvSpPr>
        <p:spPr>
          <a:xfrm>
            <a:off x="10078497" y="5692392"/>
            <a:ext cx="1762637" cy="817910"/>
          </a:xfrm>
          <a:prstGeom prst="roundRect">
            <a:avLst/>
          </a:prstGeom>
          <a:solidFill>
            <a:srgbClr val="578BFF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tx1"/>
                </a:solidFill>
                <a:latin typeface="Bahnschrift Condensed" panose="020B0502040204020203" pitchFamily="34" charset="0"/>
              </a:rPr>
              <a:t>BACK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064548-670A-6C06-CC5E-B06106346438}"/>
              </a:ext>
            </a:extLst>
          </p:cNvPr>
          <p:cNvSpPr/>
          <p:nvPr/>
        </p:nvSpPr>
        <p:spPr>
          <a:xfrm>
            <a:off x="48382" y="3927058"/>
            <a:ext cx="12192000" cy="293094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1" algn="ctr">
              <a:lnSpc>
                <a:spcPct val="115000"/>
              </a:lnSpc>
            </a:pPr>
            <a:endParaRPr lang="en-US" sz="3600" dirty="0">
              <a:solidFill>
                <a:schemeClr val="accent1">
                  <a:lumMod val="20000"/>
                  <a:lumOff val="80000"/>
                </a:schemeClr>
              </a:solidFill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6655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D1929-31CF-0951-8DF6-1C6F2821E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7D29CE-B814-184F-C880-9D48E582FA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2000948"/>
          </a:xfrm>
        </p:spPr>
        <p:txBody>
          <a:bodyPr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400" dirty="0">
                <a:solidFill>
                  <a:schemeClr val="accent1">
                    <a:lumMod val="20000"/>
                    <a:lumOff val="80000"/>
                  </a:schemeClr>
                </a:solidFill>
                <a:latin typeface="Bahnschrift Condensed" panose="020B0502040204020203" pitchFamily="34" charset="0"/>
              </a:rPr>
              <a:t>This methods are often used to sanitize toys that don't have a motor/vibrator.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8E8A9AD-6FE8-88DA-A5BF-6D527A21EB3B}"/>
              </a:ext>
            </a:extLst>
          </p:cNvPr>
          <p:cNvSpPr/>
          <p:nvPr/>
        </p:nvSpPr>
        <p:spPr>
          <a:xfrm>
            <a:off x="838200" y="286377"/>
            <a:ext cx="10515600" cy="1331407"/>
          </a:xfrm>
          <a:prstGeom prst="rect">
            <a:avLst/>
          </a:prstGeom>
          <a:solidFill>
            <a:srgbClr val="578B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  <a:latin typeface="Bahnschrift Condensed" panose="020B0502040204020203" pitchFamily="34" charset="0"/>
              </a:rPr>
              <a:t>Cleaning $400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C60D21-10D2-40A0-68F2-388BEB1C6F95}"/>
              </a:ext>
            </a:extLst>
          </p:cNvPr>
          <p:cNvSpPr/>
          <p:nvPr/>
        </p:nvSpPr>
        <p:spPr>
          <a:xfrm>
            <a:off x="838200" y="3826574"/>
            <a:ext cx="10515600" cy="253905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1" algn="ctr">
              <a:lnSpc>
                <a:spcPct val="115000"/>
              </a:lnSpc>
            </a:pPr>
            <a:r>
              <a:rPr lang="en-US" sz="3600" dirty="0">
                <a:solidFill>
                  <a:schemeClr val="accent1">
                    <a:lumMod val="60000"/>
                    <a:lumOff val="40000"/>
                  </a:schemeClr>
                </a:solidFill>
                <a:latin typeface="Bahnschrift Condensed" panose="020B0502040204020203" pitchFamily="34" charset="0"/>
              </a:rPr>
              <a:t>What is boiling or running through the dishwasher?</a:t>
            </a:r>
          </a:p>
        </p:txBody>
      </p:sp>
      <p:sp>
        <p:nvSpPr>
          <p:cNvPr id="9" name="Rectangle: Rounded Corners 8">
            <a:hlinkClick r:id="rId2" action="ppaction://hlinksldjump"/>
            <a:extLst>
              <a:ext uri="{FF2B5EF4-FFF2-40B4-BE49-F238E27FC236}">
                <a16:creationId xmlns:a16="http://schemas.microsoft.com/office/drawing/2014/main" id="{86D11672-3CF7-25B7-4752-8D5613CBBC6D}"/>
              </a:ext>
            </a:extLst>
          </p:cNvPr>
          <p:cNvSpPr/>
          <p:nvPr/>
        </p:nvSpPr>
        <p:spPr>
          <a:xfrm>
            <a:off x="10078497" y="5692392"/>
            <a:ext cx="1762637" cy="817910"/>
          </a:xfrm>
          <a:prstGeom prst="roundRect">
            <a:avLst/>
          </a:prstGeom>
          <a:solidFill>
            <a:srgbClr val="578BFF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tx1"/>
                </a:solidFill>
                <a:latin typeface="Bahnschrift Condensed" panose="020B0502040204020203" pitchFamily="34" charset="0"/>
              </a:rPr>
              <a:t>BACK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79247D-E9A2-F6A4-41AC-B0D688F4733F}"/>
              </a:ext>
            </a:extLst>
          </p:cNvPr>
          <p:cNvSpPr/>
          <p:nvPr/>
        </p:nvSpPr>
        <p:spPr>
          <a:xfrm>
            <a:off x="82247" y="3883515"/>
            <a:ext cx="12192000" cy="293094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1" algn="ctr">
              <a:lnSpc>
                <a:spcPct val="115000"/>
              </a:lnSpc>
            </a:pPr>
            <a:endParaRPr lang="en-US" sz="3600" dirty="0">
              <a:solidFill>
                <a:schemeClr val="accent1">
                  <a:lumMod val="20000"/>
                  <a:lumOff val="80000"/>
                </a:schemeClr>
              </a:solidFill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5534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28324-ABA9-AD0F-8B6D-0781BBB23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42724-671D-1D76-8C72-3498DC886D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2000948"/>
          </a:xfrm>
        </p:spPr>
        <p:txBody>
          <a:bodyPr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400" dirty="0">
                <a:solidFill>
                  <a:schemeClr val="accent1">
                    <a:lumMod val="20000"/>
                    <a:lumOff val="80000"/>
                  </a:schemeClr>
                </a:solidFill>
                <a:latin typeface="Bahnschrift Condensed" panose="020B0502040204020203" pitchFamily="34" charset="0"/>
              </a:rPr>
              <a:t>This is how often you should clean your sex toys for the least chance of infection or skin irritation.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6614CA-6F1C-AAC9-A74A-00144BB09289}"/>
              </a:ext>
            </a:extLst>
          </p:cNvPr>
          <p:cNvSpPr/>
          <p:nvPr/>
        </p:nvSpPr>
        <p:spPr>
          <a:xfrm>
            <a:off x="838200" y="286377"/>
            <a:ext cx="10515600" cy="1331407"/>
          </a:xfrm>
          <a:prstGeom prst="rect">
            <a:avLst/>
          </a:prstGeom>
          <a:solidFill>
            <a:srgbClr val="578B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  <a:latin typeface="Bahnschrift Condensed" panose="020B0502040204020203" pitchFamily="34" charset="0"/>
              </a:rPr>
              <a:t>Cleaning $600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769F6D-E188-9E5D-031B-CBB1413FA836}"/>
              </a:ext>
            </a:extLst>
          </p:cNvPr>
          <p:cNvSpPr/>
          <p:nvPr/>
        </p:nvSpPr>
        <p:spPr>
          <a:xfrm>
            <a:off x="838200" y="3826574"/>
            <a:ext cx="10515600" cy="253905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1" algn="ctr">
              <a:lnSpc>
                <a:spcPct val="115000"/>
              </a:lnSpc>
            </a:pPr>
            <a:r>
              <a:rPr lang="en-US" sz="3600" dirty="0">
                <a:solidFill>
                  <a:schemeClr val="accent1">
                    <a:lumMod val="60000"/>
                    <a:lumOff val="40000"/>
                  </a:schemeClr>
                </a:solidFill>
                <a:latin typeface="Bahnschrift Condensed" panose="020B0502040204020203" pitchFamily="34" charset="0"/>
              </a:rPr>
              <a:t>What is before and after use?</a:t>
            </a:r>
          </a:p>
          <a:p>
            <a:pPr marR="0" lvl="1" algn="ctr">
              <a:lnSpc>
                <a:spcPct val="115000"/>
              </a:lnSpc>
            </a:pPr>
            <a:endParaRPr lang="en-US" sz="2400" dirty="0">
              <a:solidFill>
                <a:schemeClr val="accent1">
                  <a:lumMod val="60000"/>
                  <a:lumOff val="40000"/>
                </a:schemeClr>
              </a:solidFill>
              <a:latin typeface="Bahnschrift Condensed" panose="020B0502040204020203" pitchFamily="34" charset="0"/>
            </a:endParaRPr>
          </a:p>
          <a:p>
            <a:pPr marR="0" lvl="1" algn="ctr">
              <a:lnSpc>
                <a:spcPct val="115000"/>
              </a:lnSpc>
            </a:pPr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Bahnschrift Condensed" panose="020B0502040204020203" pitchFamily="34" charset="0"/>
              </a:rPr>
              <a:t>(If a toy is being used between partners, or anally and vaginally clean and sanitize</a:t>
            </a:r>
          </a:p>
          <a:p>
            <a:pPr marR="0" lvl="1" algn="ctr">
              <a:lnSpc>
                <a:spcPct val="115000"/>
              </a:lnSpc>
            </a:pPr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Bahnschrift Condensed" panose="020B0502040204020203" pitchFamily="34" charset="0"/>
              </a:rPr>
              <a:t>the toy between uses, additionally make sure to store toys not touching</a:t>
            </a:r>
          </a:p>
          <a:p>
            <a:pPr marR="0" lvl="1" algn="ctr">
              <a:lnSpc>
                <a:spcPct val="115000"/>
              </a:lnSpc>
            </a:pPr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Bahnschrift Condensed" panose="020B0502040204020203" pitchFamily="34" charset="0"/>
              </a:rPr>
              <a:t>In place that they can breathe).</a:t>
            </a:r>
          </a:p>
        </p:txBody>
      </p:sp>
      <p:sp>
        <p:nvSpPr>
          <p:cNvPr id="9" name="Rectangle: Rounded Corners 8">
            <a:hlinkClick r:id="rId2" action="ppaction://hlinksldjump"/>
            <a:extLst>
              <a:ext uri="{FF2B5EF4-FFF2-40B4-BE49-F238E27FC236}">
                <a16:creationId xmlns:a16="http://schemas.microsoft.com/office/drawing/2014/main" id="{38953EE6-0B7A-129F-539B-9332CA4996BF}"/>
              </a:ext>
            </a:extLst>
          </p:cNvPr>
          <p:cNvSpPr/>
          <p:nvPr/>
        </p:nvSpPr>
        <p:spPr>
          <a:xfrm>
            <a:off x="10078497" y="5692392"/>
            <a:ext cx="1762637" cy="817910"/>
          </a:xfrm>
          <a:prstGeom prst="roundRect">
            <a:avLst/>
          </a:prstGeom>
          <a:solidFill>
            <a:srgbClr val="578BFF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tx1"/>
                </a:solidFill>
                <a:latin typeface="Bahnschrift Condensed" panose="020B0502040204020203" pitchFamily="34" charset="0"/>
              </a:rPr>
              <a:t>BACK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8FF56B-F83D-5A46-C4FF-680A9250BAB4}"/>
              </a:ext>
            </a:extLst>
          </p:cNvPr>
          <p:cNvSpPr/>
          <p:nvPr/>
        </p:nvSpPr>
        <p:spPr>
          <a:xfrm>
            <a:off x="38705" y="3943870"/>
            <a:ext cx="12192000" cy="293094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1" algn="ctr">
              <a:lnSpc>
                <a:spcPct val="115000"/>
              </a:lnSpc>
            </a:pPr>
            <a:endParaRPr lang="en-US" sz="3600" dirty="0">
              <a:solidFill>
                <a:schemeClr val="accent1">
                  <a:lumMod val="20000"/>
                  <a:lumOff val="80000"/>
                </a:schemeClr>
              </a:solidFill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8079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9A117-B3F2-D6A0-C4B9-1C91A4BC7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4FBC2-73AE-042A-FB33-D969E85785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2000948"/>
          </a:xfrm>
        </p:spPr>
        <p:txBody>
          <a:bodyPr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400" dirty="0">
                <a:solidFill>
                  <a:schemeClr val="accent1">
                    <a:lumMod val="20000"/>
                    <a:lumOff val="80000"/>
                  </a:schemeClr>
                </a:solidFill>
                <a:latin typeface="Bahnschrift Condensed" panose="020B0502040204020203" pitchFamily="34" charset="0"/>
              </a:rPr>
              <a:t>This micro-porous material can hold onto scents from lubes or body fluids but still be free of bacteria.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F2A9882-1B6B-F846-5E7C-F551AFCBEE52}"/>
              </a:ext>
            </a:extLst>
          </p:cNvPr>
          <p:cNvSpPr/>
          <p:nvPr/>
        </p:nvSpPr>
        <p:spPr>
          <a:xfrm>
            <a:off x="838200" y="286377"/>
            <a:ext cx="10515600" cy="1331407"/>
          </a:xfrm>
          <a:prstGeom prst="rect">
            <a:avLst/>
          </a:prstGeom>
          <a:solidFill>
            <a:srgbClr val="578B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  <a:latin typeface="Bahnschrift Condensed" panose="020B0502040204020203" pitchFamily="34" charset="0"/>
              </a:rPr>
              <a:t>Cleaning $800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156F45-44B7-4513-90E7-5CF64E84E811}"/>
              </a:ext>
            </a:extLst>
          </p:cNvPr>
          <p:cNvSpPr/>
          <p:nvPr/>
        </p:nvSpPr>
        <p:spPr>
          <a:xfrm>
            <a:off x="838200" y="3826574"/>
            <a:ext cx="10515600" cy="253905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1" algn="ctr">
              <a:lnSpc>
                <a:spcPct val="115000"/>
              </a:lnSpc>
            </a:pPr>
            <a:r>
              <a:rPr lang="en-US" sz="3600" dirty="0">
                <a:solidFill>
                  <a:schemeClr val="accent1">
                    <a:lumMod val="60000"/>
                    <a:lumOff val="40000"/>
                  </a:schemeClr>
                </a:solidFill>
                <a:latin typeface="Bahnschrift Condensed" panose="020B0502040204020203" pitchFamily="34" charset="0"/>
              </a:rPr>
              <a:t>What is medical-grade silicone?</a:t>
            </a:r>
          </a:p>
          <a:p>
            <a:pPr marR="0" lvl="1" algn="ctr">
              <a:lnSpc>
                <a:spcPct val="115000"/>
              </a:lnSpc>
            </a:pPr>
            <a:endParaRPr lang="en-US" sz="2400" dirty="0">
              <a:solidFill>
                <a:schemeClr val="accent1">
                  <a:lumMod val="60000"/>
                  <a:lumOff val="40000"/>
                </a:schemeClr>
              </a:solidFill>
              <a:latin typeface="Bahnschrift Condensed" panose="020B0502040204020203" pitchFamily="34" charset="0"/>
            </a:endParaRPr>
          </a:p>
          <a:p>
            <a:pPr marR="0" lvl="1" algn="ctr">
              <a:lnSpc>
                <a:spcPct val="115000"/>
              </a:lnSpc>
            </a:pPr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Bahnschrift Condensed" panose="020B0502040204020203" pitchFamily="34" charset="0"/>
              </a:rPr>
              <a:t>(this is because scent particles are 50 times smaller than bacteria).</a:t>
            </a:r>
          </a:p>
        </p:txBody>
      </p:sp>
      <p:sp>
        <p:nvSpPr>
          <p:cNvPr id="9" name="Rectangle: Rounded Corners 8">
            <a:hlinkClick r:id="rId2" action="ppaction://hlinksldjump"/>
            <a:extLst>
              <a:ext uri="{FF2B5EF4-FFF2-40B4-BE49-F238E27FC236}">
                <a16:creationId xmlns:a16="http://schemas.microsoft.com/office/drawing/2014/main" id="{72E9D044-855E-331F-2A0F-E33BA2BA6451}"/>
              </a:ext>
            </a:extLst>
          </p:cNvPr>
          <p:cNvSpPr/>
          <p:nvPr/>
        </p:nvSpPr>
        <p:spPr>
          <a:xfrm>
            <a:off x="10078497" y="5692392"/>
            <a:ext cx="1762637" cy="817910"/>
          </a:xfrm>
          <a:prstGeom prst="roundRect">
            <a:avLst/>
          </a:prstGeom>
          <a:solidFill>
            <a:srgbClr val="578BFF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tx1"/>
                </a:solidFill>
                <a:latin typeface="Bahnschrift Condensed" panose="020B0502040204020203" pitchFamily="34" charset="0"/>
              </a:rPr>
              <a:t>BACK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77A7195-5A0A-1C4D-BC17-EBDBCBB519F0}"/>
              </a:ext>
            </a:extLst>
          </p:cNvPr>
          <p:cNvSpPr/>
          <p:nvPr/>
        </p:nvSpPr>
        <p:spPr>
          <a:xfrm>
            <a:off x="79642" y="3915336"/>
            <a:ext cx="12192000" cy="293094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1" algn="ctr">
              <a:lnSpc>
                <a:spcPct val="115000"/>
              </a:lnSpc>
            </a:pPr>
            <a:endParaRPr lang="en-US" sz="3600" dirty="0">
              <a:solidFill>
                <a:schemeClr val="accent1">
                  <a:lumMod val="20000"/>
                  <a:lumOff val="80000"/>
                </a:schemeClr>
              </a:solidFill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7392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AC693-01E5-4FE5-6BAD-AF688CA07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4F5B5-835C-0240-C047-EAA562EF19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2000948"/>
          </a:xfrm>
        </p:spPr>
        <p:txBody>
          <a:bodyPr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400" dirty="0">
                <a:solidFill>
                  <a:schemeClr val="accent1">
                    <a:lumMod val="20000"/>
                    <a:lumOff val="80000"/>
                  </a:schemeClr>
                </a:solidFill>
                <a:latin typeface="Bahnschrift Condensed" panose="020B0502040204020203" pitchFamily="34" charset="0"/>
              </a:rPr>
              <a:t>These substances together can be used to remove stubborn scents from sex toys.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644EFA0-D7A4-9FBE-D312-AA91C8962DB7}"/>
              </a:ext>
            </a:extLst>
          </p:cNvPr>
          <p:cNvSpPr/>
          <p:nvPr/>
        </p:nvSpPr>
        <p:spPr>
          <a:xfrm>
            <a:off x="838200" y="286377"/>
            <a:ext cx="10515600" cy="1331407"/>
          </a:xfrm>
          <a:prstGeom prst="rect">
            <a:avLst/>
          </a:prstGeom>
          <a:solidFill>
            <a:srgbClr val="578B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  <a:latin typeface="Bahnschrift Condensed" panose="020B0502040204020203" pitchFamily="34" charset="0"/>
              </a:rPr>
              <a:t>Cleaning $1000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D2FD70-5A2A-9AD2-92FE-BB942DCFBAB4}"/>
              </a:ext>
            </a:extLst>
          </p:cNvPr>
          <p:cNvSpPr/>
          <p:nvPr/>
        </p:nvSpPr>
        <p:spPr>
          <a:xfrm>
            <a:off x="838200" y="3826574"/>
            <a:ext cx="10515600" cy="253905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1" algn="ctr">
              <a:lnSpc>
                <a:spcPct val="115000"/>
              </a:lnSpc>
            </a:pPr>
            <a:r>
              <a:rPr lang="en-US" sz="3600" dirty="0">
                <a:solidFill>
                  <a:schemeClr val="accent1">
                    <a:lumMod val="60000"/>
                    <a:lumOff val="40000"/>
                  </a:schemeClr>
                </a:solidFill>
                <a:latin typeface="Bahnschrift Condensed" panose="020B0502040204020203" pitchFamily="34" charset="0"/>
              </a:rPr>
              <a:t>What is baking soda and isopropyl alcohol?</a:t>
            </a:r>
          </a:p>
        </p:txBody>
      </p:sp>
      <p:sp>
        <p:nvSpPr>
          <p:cNvPr id="9" name="Rectangle: Rounded Corners 8">
            <a:hlinkClick r:id="rId2" action="ppaction://hlinksldjump"/>
            <a:extLst>
              <a:ext uri="{FF2B5EF4-FFF2-40B4-BE49-F238E27FC236}">
                <a16:creationId xmlns:a16="http://schemas.microsoft.com/office/drawing/2014/main" id="{DFA6FB0E-2FC1-7327-3357-EE2ED2E288C9}"/>
              </a:ext>
            </a:extLst>
          </p:cNvPr>
          <p:cNvSpPr/>
          <p:nvPr/>
        </p:nvSpPr>
        <p:spPr>
          <a:xfrm>
            <a:off x="10078497" y="5692392"/>
            <a:ext cx="1762637" cy="817910"/>
          </a:xfrm>
          <a:prstGeom prst="roundRect">
            <a:avLst/>
          </a:prstGeom>
          <a:solidFill>
            <a:srgbClr val="578BFF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tx1"/>
                </a:solidFill>
                <a:latin typeface="Bahnschrift Condensed" panose="020B0502040204020203" pitchFamily="34" charset="0"/>
              </a:rPr>
              <a:t>BACK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D887FD-366C-CDD6-C8BC-0BF74A2E3064}"/>
              </a:ext>
            </a:extLst>
          </p:cNvPr>
          <p:cNvSpPr/>
          <p:nvPr/>
        </p:nvSpPr>
        <p:spPr>
          <a:xfrm>
            <a:off x="0" y="3826574"/>
            <a:ext cx="12192000" cy="293094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1" algn="ctr">
              <a:lnSpc>
                <a:spcPct val="115000"/>
              </a:lnSpc>
            </a:pPr>
            <a:endParaRPr lang="en-US" sz="3600" dirty="0">
              <a:solidFill>
                <a:schemeClr val="accent1">
                  <a:lumMod val="20000"/>
                  <a:lumOff val="80000"/>
                </a:schemeClr>
              </a:solidFill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4118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6720E4-7656-A72A-C3BE-12F7888F4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4A85C-1EF0-1C6F-FC60-1BFD44A400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2000948"/>
          </a:xfrm>
        </p:spPr>
        <p:txBody>
          <a:bodyPr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400" dirty="0">
                <a:solidFill>
                  <a:schemeClr val="accent1">
                    <a:lumMod val="20000"/>
                    <a:lumOff val="80000"/>
                  </a:schemeClr>
                </a:solidFill>
                <a:latin typeface="Bahnschrift Condensed" panose="020B0502040204020203" pitchFamily="34" charset="0"/>
              </a:rPr>
              <a:t>This is the part of the body that can be stimulated by a butt plug within an AMAB individual’s body.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EAF0992-5072-939F-3668-19FD1C1AF155}"/>
              </a:ext>
            </a:extLst>
          </p:cNvPr>
          <p:cNvSpPr/>
          <p:nvPr/>
        </p:nvSpPr>
        <p:spPr>
          <a:xfrm>
            <a:off x="838200" y="286377"/>
            <a:ext cx="10515600" cy="1331407"/>
          </a:xfrm>
          <a:prstGeom prst="rect">
            <a:avLst/>
          </a:prstGeom>
          <a:solidFill>
            <a:srgbClr val="578B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  <a:latin typeface="Bahnschrift Condensed" panose="020B0502040204020203" pitchFamily="34" charset="0"/>
              </a:rPr>
              <a:t>Assorted $200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3D1DA6E-9A93-89FD-9984-8BEC1584664C}"/>
              </a:ext>
            </a:extLst>
          </p:cNvPr>
          <p:cNvSpPr/>
          <p:nvPr/>
        </p:nvSpPr>
        <p:spPr>
          <a:xfrm>
            <a:off x="838200" y="3826574"/>
            <a:ext cx="10515600" cy="253905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1" algn="ctr">
              <a:lnSpc>
                <a:spcPct val="115000"/>
              </a:lnSpc>
            </a:pPr>
            <a:r>
              <a:rPr lang="en-US" sz="3600" dirty="0">
                <a:solidFill>
                  <a:schemeClr val="accent1">
                    <a:lumMod val="60000"/>
                    <a:lumOff val="40000"/>
                  </a:schemeClr>
                </a:solidFill>
                <a:latin typeface="Bahnschrift Condensed" panose="020B0502040204020203" pitchFamily="34" charset="0"/>
              </a:rPr>
              <a:t>What is the prostate?</a:t>
            </a:r>
          </a:p>
          <a:p>
            <a:pPr marR="0" lvl="1" algn="ctr">
              <a:lnSpc>
                <a:spcPct val="115000"/>
              </a:lnSpc>
            </a:pPr>
            <a:endParaRPr lang="en-US" sz="2400" dirty="0">
              <a:solidFill>
                <a:schemeClr val="accent1">
                  <a:lumMod val="60000"/>
                  <a:lumOff val="40000"/>
                </a:schemeClr>
              </a:solidFill>
              <a:latin typeface="Bahnschrift Condensed" panose="020B0502040204020203" pitchFamily="34" charset="0"/>
            </a:endParaRPr>
          </a:p>
          <a:p>
            <a:pPr marR="0" lvl="1" algn="ctr">
              <a:lnSpc>
                <a:spcPct val="115000"/>
              </a:lnSpc>
            </a:pPr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Bahnschrift Condensed" panose="020B0502040204020203" pitchFamily="34" charset="0"/>
              </a:rPr>
              <a:t>(Butt plugs can also be pleasurable for AFAB individuals as it can stimulate the internal structure of the clitoris and increase tightness of the vaginal canal).</a:t>
            </a:r>
            <a:endParaRPr lang="en-US" sz="2800" dirty="0">
              <a:solidFill>
                <a:schemeClr val="accent1">
                  <a:lumMod val="60000"/>
                  <a:lumOff val="40000"/>
                </a:schemeClr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9" name="Rectangle: Rounded Corners 8">
            <a:hlinkClick r:id="rId2" action="ppaction://hlinksldjump"/>
            <a:extLst>
              <a:ext uri="{FF2B5EF4-FFF2-40B4-BE49-F238E27FC236}">
                <a16:creationId xmlns:a16="http://schemas.microsoft.com/office/drawing/2014/main" id="{049C1533-4F31-E93B-62CF-6399484488CD}"/>
              </a:ext>
            </a:extLst>
          </p:cNvPr>
          <p:cNvSpPr/>
          <p:nvPr/>
        </p:nvSpPr>
        <p:spPr>
          <a:xfrm>
            <a:off x="10078497" y="5692392"/>
            <a:ext cx="1762637" cy="817910"/>
          </a:xfrm>
          <a:prstGeom prst="roundRect">
            <a:avLst/>
          </a:prstGeom>
          <a:solidFill>
            <a:srgbClr val="578BFF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tx1"/>
                </a:solidFill>
                <a:latin typeface="Bahnschrift Condensed" panose="020B0502040204020203" pitchFamily="34" charset="0"/>
              </a:rPr>
              <a:t>BACK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677CD2-6614-C8B5-F481-BD4CC8A9566E}"/>
              </a:ext>
            </a:extLst>
          </p:cNvPr>
          <p:cNvSpPr/>
          <p:nvPr/>
        </p:nvSpPr>
        <p:spPr>
          <a:xfrm>
            <a:off x="0" y="3826574"/>
            <a:ext cx="12192000" cy="293094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1" algn="ctr">
              <a:lnSpc>
                <a:spcPct val="115000"/>
              </a:lnSpc>
            </a:pPr>
            <a:endParaRPr lang="en-US" sz="3600" dirty="0">
              <a:solidFill>
                <a:schemeClr val="accent1">
                  <a:lumMod val="20000"/>
                  <a:lumOff val="80000"/>
                </a:schemeClr>
              </a:solidFill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5991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C8E7C-9848-DBEA-BC5B-F1A2D7AEE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DDE52-1397-49EA-2B2E-4D8A4BF82E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2000948"/>
          </a:xfrm>
        </p:spPr>
        <p:txBody>
          <a:bodyPr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400" dirty="0">
                <a:solidFill>
                  <a:schemeClr val="accent1">
                    <a:lumMod val="20000"/>
                    <a:lumOff val="80000"/>
                  </a:schemeClr>
                </a:solidFill>
                <a:latin typeface="Bahnschrift Condensed" panose="020B0502040204020203" pitchFamily="34" charset="0"/>
              </a:rPr>
              <a:t>This type of lube can't be used with silicone toys but is great for anal use due to its stay power.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209316-1A5B-B14E-6A41-CA3C09F43E63}"/>
              </a:ext>
            </a:extLst>
          </p:cNvPr>
          <p:cNvSpPr/>
          <p:nvPr/>
        </p:nvSpPr>
        <p:spPr>
          <a:xfrm>
            <a:off x="838200" y="286377"/>
            <a:ext cx="10515600" cy="1331407"/>
          </a:xfrm>
          <a:prstGeom prst="rect">
            <a:avLst/>
          </a:prstGeom>
          <a:solidFill>
            <a:srgbClr val="578B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  <a:latin typeface="Bahnschrift Condensed" panose="020B0502040204020203" pitchFamily="34" charset="0"/>
              </a:rPr>
              <a:t>Assorted $400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83ED34-3C0C-261B-A835-2CCF2C1EFE88}"/>
              </a:ext>
            </a:extLst>
          </p:cNvPr>
          <p:cNvSpPr/>
          <p:nvPr/>
        </p:nvSpPr>
        <p:spPr>
          <a:xfrm>
            <a:off x="838200" y="3826574"/>
            <a:ext cx="10515600" cy="253905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1" algn="ctr">
              <a:lnSpc>
                <a:spcPct val="115000"/>
              </a:lnSpc>
            </a:pPr>
            <a:r>
              <a:rPr lang="en-US" sz="3600" dirty="0">
                <a:solidFill>
                  <a:schemeClr val="accent1">
                    <a:lumMod val="60000"/>
                    <a:lumOff val="40000"/>
                  </a:schemeClr>
                </a:solidFill>
                <a:latin typeface="Bahnschrift Condensed" panose="020B0502040204020203" pitchFamily="34" charset="0"/>
              </a:rPr>
              <a:t>What is silicone-based lube?</a:t>
            </a:r>
          </a:p>
          <a:p>
            <a:pPr marR="0" lvl="1" algn="ctr">
              <a:lnSpc>
                <a:spcPct val="115000"/>
              </a:lnSpc>
            </a:pPr>
            <a:endParaRPr lang="en-US" sz="2400" dirty="0">
              <a:solidFill>
                <a:schemeClr val="accent1">
                  <a:lumMod val="60000"/>
                  <a:lumOff val="40000"/>
                </a:schemeClr>
              </a:solidFill>
              <a:latin typeface="Bahnschrift Condensed" panose="020B0502040204020203" pitchFamily="34" charset="0"/>
            </a:endParaRPr>
          </a:p>
          <a:p>
            <a:pPr marR="0" lvl="1" algn="ctr">
              <a:lnSpc>
                <a:spcPct val="115000"/>
              </a:lnSpc>
            </a:pPr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Bahnschrift Condensed" panose="020B0502040204020203" pitchFamily="34" charset="0"/>
              </a:rPr>
              <a:t>(Water-based lubes can be used with silicone toys).</a:t>
            </a:r>
            <a:endParaRPr lang="en-US" sz="1600" dirty="0">
              <a:solidFill>
                <a:schemeClr val="accent1">
                  <a:lumMod val="60000"/>
                  <a:lumOff val="40000"/>
                </a:schemeClr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9" name="Rectangle: Rounded Corners 8">
            <a:hlinkClick r:id="rId2" action="ppaction://hlinksldjump"/>
            <a:extLst>
              <a:ext uri="{FF2B5EF4-FFF2-40B4-BE49-F238E27FC236}">
                <a16:creationId xmlns:a16="http://schemas.microsoft.com/office/drawing/2014/main" id="{3C709D99-2525-B3DF-6718-E89593A033F7}"/>
              </a:ext>
            </a:extLst>
          </p:cNvPr>
          <p:cNvSpPr/>
          <p:nvPr/>
        </p:nvSpPr>
        <p:spPr>
          <a:xfrm>
            <a:off x="10078497" y="5692392"/>
            <a:ext cx="1762637" cy="817910"/>
          </a:xfrm>
          <a:prstGeom prst="roundRect">
            <a:avLst/>
          </a:prstGeom>
          <a:solidFill>
            <a:srgbClr val="578BFF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tx1"/>
                </a:solidFill>
                <a:latin typeface="Bahnschrift Condensed" panose="020B0502040204020203" pitchFamily="34" charset="0"/>
              </a:rPr>
              <a:t>BACK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FAF056-BE75-077E-075C-9925BFADFB13}"/>
              </a:ext>
            </a:extLst>
          </p:cNvPr>
          <p:cNvSpPr/>
          <p:nvPr/>
        </p:nvSpPr>
        <p:spPr>
          <a:xfrm>
            <a:off x="0" y="3927058"/>
            <a:ext cx="12192000" cy="293094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1" algn="ctr">
              <a:lnSpc>
                <a:spcPct val="115000"/>
              </a:lnSpc>
            </a:pPr>
            <a:endParaRPr lang="en-US" sz="3600" dirty="0">
              <a:solidFill>
                <a:schemeClr val="accent1">
                  <a:lumMod val="20000"/>
                  <a:lumOff val="80000"/>
                </a:schemeClr>
              </a:solidFill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1072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8C272-BCA3-882E-DED8-1A521E645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FF949-9C5B-9D33-15DB-158B14B64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2000948"/>
          </a:xfrm>
        </p:spPr>
        <p:txBody>
          <a:bodyPr anchor="ctr">
            <a:normAutofit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400" dirty="0">
                <a:solidFill>
                  <a:schemeClr val="accent1">
                    <a:lumMod val="20000"/>
                    <a:lumOff val="80000"/>
                  </a:schemeClr>
                </a:solidFill>
                <a:latin typeface="Bahnschrift Condensed" panose="020B0502040204020203" pitchFamily="34" charset="0"/>
              </a:rPr>
              <a:t>This type of lube can be used in a pinch but is not recommended for frequent use as it can irritate skin and can erode condoms or dental dams.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E37274-9473-D04C-1713-DE3BD1405354}"/>
              </a:ext>
            </a:extLst>
          </p:cNvPr>
          <p:cNvSpPr/>
          <p:nvPr/>
        </p:nvSpPr>
        <p:spPr>
          <a:xfrm>
            <a:off x="838200" y="286377"/>
            <a:ext cx="10515600" cy="1331407"/>
          </a:xfrm>
          <a:prstGeom prst="rect">
            <a:avLst/>
          </a:prstGeom>
          <a:solidFill>
            <a:srgbClr val="578B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  <a:latin typeface="Bahnschrift Condensed" panose="020B0502040204020203" pitchFamily="34" charset="0"/>
              </a:rPr>
              <a:t>Assorted $600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BB7E0D-B529-EB6A-06A7-8099F8F903A2}"/>
              </a:ext>
            </a:extLst>
          </p:cNvPr>
          <p:cNvSpPr/>
          <p:nvPr/>
        </p:nvSpPr>
        <p:spPr>
          <a:xfrm>
            <a:off x="838200" y="3826574"/>
            <a:ext cx="10515600" cy="253905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1" algn="ctr">
              <a:lnSpc>
                <a:spcPct val="115000"/>
              </a:lnSpc>
            </a:pPr>
            <a:r>
              <a:rPr lang="en-US" sz="3600" dirty="0">
                <a:solidFill>
                  <a:schemeClr val="accent1">
                    <a:lumMod val="60000"/>
                    <a:lumOff val="40000"/>
                  </a:schemeClr>
                </a:solidFill>
                <a:latin typeface="Bahnschrift Condensed" panose="020B0502040204020203" pitchFamily="34" charset="0"/>
              </a:rPr>
              <a:t>What is oil-based lube or petroleum-based products?</a:t>
            </a:r>
          </a:p>
        </p:txBody>
      </p:sp>
      <p:sp>
        <p:nvSpPr>
          <p:cNvPr id="9" name="Rectangle: Rounded Corners 8">
            <a:hlinkClick r:id="rId2" action="ppaction://hlinksldjump"/>
            <a:extLst>
              <a:ext uri="{FF2B5EF4-FFF2-40B4-BE49-F238E27FC236}">
                <a16:creationId xmlns:a16="http://schemas.microsoft.com/office/drawing/2014/main" id="{74D202C5-4FC0-61B1-6864-8C42EE5F5A32}"/>
              </a:ext>
            </a:extLst>
          </p:cNvPr>
          <p:cNvSpPr/>
          <p:nvPr/>
        </p:nvSpPr>
        <p:spPr>
          <a:xfrm>
            <a:off x="10078497" y="5692392"/>
            <a:ext cx="1762637" cy="817910"/>
          </a:xfrm>
          <a:prstGeom prst="roundRect">
            <a:avLst/>
          </a:prstGeom>
          <a:solidFill>
            <a:srgbClr val="578BFF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tx1"/>
                </a:solidFill>
                <a:latin typeface="Bahnschrift Condensed" panose="020B0502040204020203" pitchFamily="34" charset="0"/>
              </a:rPr>
              <a:t>BACK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85D673-BB7F-0AC2-A106-930E199827CE}"/>
              </a:ext>
            </a:extLst>
          </p:cNvPr>
          <p:cNvSpPr/>
          <p:nvPr/>
        </p:nvSpPr>
        <p:spPr>
          <a:xfrm>
            <a:off x="0" y="3927058"/>
            <a:ext cx="12192000" cy="293094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1" algn="ctr">
              <a:lnSpc>
                <a:spcPct val="115000"/>
              </a:lnSpc>
            </a:pPr>
            <a:endParaRPr lang="en-US" sz="3600" dirty="0">
              <a:solidFill>
                <a:schemeClr val="accent1">
                  <a:lumMod val="20000"/>
                  <a:lumOff val="80000"/>
                </a:schemeClr>
              </a:solidFill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6726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2558C-DD17-250D-092C-54AB95BF7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60F84-6FB3-6DCD-C649-1732546871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2000948"/>
          </a:xfrm>
        </p:spPr>
        <p:txBody>
          <a:bodyPr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400" dirty="0">
                <a:solidFill>
                  <a:schemeClr val="accent1">
                    <a:lumMod val="20000"/>
                    <a:lumOff val="80000"/>
                  </a:schemeClr>
                </a:solidFill>
                <a:latin typeface="Bahnschrift Condensed" panose="020B0502040204020203" pitchFamily="34" charset="0"/>
              </a:rPr>
              <a:t>This object was found in Germany in 2005 and is estimated to be about 28,000 years old.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50C076-0412-C0BB-FD57-DF5C5828D87D}"/>
              </a:ext>
            </a:extLst>
          </p:cNvPr>
          <p:cNvSpPr/>
          <p:nvPr/>
        </p:nvSpPr>
        <p:spPr>
          <a:xfrm>
            <a:off x="838200" y="286377"/>
            <a:ext cx="10515600" cy="1331407"/>
          </a:xfrm>
          <a:prstGeom prst="rect">
            <a:avLst/>
          </a:prstGeom>
          <a:solidFill>
            <a:srgbClr val="578B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  <a:latin typeface="Bahnschrift Condensed" panose="020B0502040204020203" pitchFamily="34" charset="0"/>
              </a:rPr>
              <a:t>Assorted $800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2D38E8-4E9E-B024-E8F8-1C24D5F225B6}"/>
              </a:ext>
            </a:extLst>
          </p:cNvPr>
          <p:cNvSpPr/>
          <p:nvPr/>
        </p:nvSpPr>
        <p:spPr>
          <a:xfrm>
            <a:off x="838200" y="3826574"/>
            <a:ext cx="10515600" cy="253905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1" algn="ctr">
              <a:lnSpc>
                <a:spcPct val="115000"/>
              </a:lnSpc>
            </a:pPr>
            <a:r>
              <a:rPr lang="en-US" sz="3600" dirty="0">
                <a:solidFill>
                  <a:schemeClr val="accent1">
                    <a:lumMod val="60000"/>
                    <a:lumOff val="40000"/>
                  </a:schemeClr>
                </a:solidFill>
                <a:latin typeface="Bahnschrift Condensed" panose="020B0502040204020203" pitchFamily="34" charset="0"/>
              </a:rPr>
              <a:t>What is a siltstone dildo?</a:t>
            </a:r>
          </a:p>
        </p:txBody>
      </p:sp>
      <p:sp>
        <p:nvSpPr>
          <p:cNvPr id="9" name="Rectangle: Rounded Corners 8">
            <a:hlinkClick r:id="rId2" action="ppaction://hlinksldjump"/>
            <a:extLst>
              <a:ext uri="{FF2B5EF4-FFF2-40B4-BE49-F238E27FC236}">
                <a16:creationId xmlns:a16="http://schemas.microsoft.com/office/drawing/2014/main" id="{A38B333B-7B8F-CCF8-54B3-2711308EBBAB}"/>
              </a:ext>
            </a:extLst>
          </p:cNvPr>
          <p:cNvSpPr/>
          <p:nvPr/>
        </p:nvSpPr>
        <p:spPr>
          <a:xfrm>
            <a:off x="10078497" y="5692392"/>
            <a:ext cx="1762637" cy="817910"/>
          </a:xfrm>
          <a:prstGeom prst="roundRect">
            <a:avLst/>
          </a:prstGeom>
          <a:solidFill>
            <a:srgbClr val="578BFF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tx1"/>
                </a:solidFill>
                <a:latin typeface="Bahnschrift Condensed" panose="020B0502040204020203" pitchFamily="34" charset="0"/>
              </a:rPr>
              <a:t>BACK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D1DFA2-DEF0-3535-CED6-2F39BE410428}"/>
              </a:ext>
            </a:extLst>
          </p:cNvPr>
          <p:cNvSpPr/>
          <p:nvPr/>
        </p:nvSpPr>
        <p:spPr>
          <a:xfrm>
            <a:off x="0" y="3881841"/>
            <a:ext cx="12192000" cy="293094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1" algn="ctr">
              <a:lnSpc>
                <a:spcPct val="115000"/>
              </a:lnSpc>
            </a:pPr>
            <a:endParaRPr lang="en-US" sz="3600" dirty="0">
              <a:solidFill>
                <a:schemeClr val="accent1">
                  <a:lumMod val="20000"/>
                  <a:lumOff val="80000"/>
                </a:schemeClr>
              </a:solidFill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6219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C68CB-DD82-A1D5-353C-946E50183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18584E-D9BB-439E-9FA6-E1AB29852F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2000948"/>
          </a:xfrm>
        </p:spPr>
        <p:txBody>
          <a:bodyPr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400" dirty="0">
                <a:solidFill>
                  <a:schemeClr val="accent1">
                    <a:lumMod val="20000"/>
                    <a:lumOff val="80000"/>
                  </a:schemeClr>
                </a:solidFill>
                <a:latin typeface="Bahnschrift Condensed" panose="020B0502040204020203" pitchFamily="34" charset="0"/>
              </a:rPr>
              <a:t>This is the form of measurement used to indicate the hardness of a sex toy.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F54647-D7D1-EFF0-E199-BF46709C6B0A}"/>
              </a:ext>
            </a:extLst>
          </p:cNvPr>
          <p:cNvSpPr/>
          <p:nvPr/>
        </p:nvSpPr>
        <p:spPr>
          <a:xfrm>
            <a:off x="838200" y="286377"/>
            <a:ext cx="10515600" cy="1331407"/>
          </a:xfrm>
          <a:prstGeom prst="rect">
            <a:avLst/>
          </a:prstGeom>
          <a:solidFill>
            <a:srgbClr val="578B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  <a:latin typeface="Bahnschrift Condensed" panose="020B0502040204020203" pitchFamily="34" charset="0"/>
              </a:rPr>
              <a:t>Assorted $1000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70DCF9-ECD6-90C2-E266-979E7987ADE7}"/>
              </a:ext>
            </a:extLst>
          </p:cNvPr>
          <p:cNvSpPr/>
          <p:nvPr/>
        </p:nvSpPr>
        <p:spPr>
          <a:xfrm>
            <a:off x="838200" y="3826574"/>
            <a:ext cx="10515600" cy="253905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1" algn="ctr">
              <a:lnSpc>
                <a:spcPct val="115000"/>
              </a:lnSpc>
            </a:pPr>
            <a:r>
              <a:rPr lang="en-US" sz="3600" dirty="0">
                <a:solidFill>
                  <a:schemeClr val="accent1">
                    <a:lumMod val="60000"/>
                    <a:lumOff val="40000"/>
                  </a:schemeClr>
                </a:solidFill>
                <a:latin typeface="Bahnschrift Condensed" panose="020B0502040204020203" pitchFamily="34" charset="0"/>
              </a:rPr>
              <a:t>What is shore hardness scale?</a:t>
            </a:r>
          </a:p>
        </p:txBody>
      </p:sp>
      <p:sp>
        <p:nvSpPr>
          <p:cNvPr id="9" name="Rectangle: Rounded Corners 8">
            <a:hlinkClick r:id="rId2" action="ppaction://hlinksldjump"/>
            <a:extLst>
              <a:ext uri="{FF2B5EF4-FFF2-40B4-BE49-F238E27FC236}">
                <a16:creationId xmlns:a16="http://schemas.microsoft.com/office/drawing/2014/main" id="{8D03BAAD-A57B-08FB-A49B-50CEAAC82777}"/>
              </a:ext>
            </a:extLst>
          </p:cNvPr>
          <p:cNvSpPr/>
          <p:nvPr/>
        </p:nvSpPr>
        <p:spPr>
          <a:xfrm>
            <a:off x="10078497" y="5692392"/>
            <a:ext cx="1762637" cy="817910"/>
          </a:xfrm>
          <a:prstGeom prst="roundRect">
            <a:avLst/>
          </a:prstGeom>
          <a:solidFill>
            <a:srgbClr val="578BFF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tx1"/>
                </a:solidFill>
                <a:latin typeface="Bahnschrift Condensed" panose="020B0502040204020203" pitchFamily="34" charset="0"/>
              </a:rPr>
              <a:t>BACK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BB2A17E-64E8-A331-C4A2-AA4208ABFD72}"/>
              </a:ext>
            </a:extLst>
          </p:cNvPr>
          <p:cNvSpPr/>
          <p:nvPr/>
        </p:nvSpPr>
        <p:spPr>
          <a:xfrm>
            <a:off x="0" y="3826574"/>
            <a:ext cx="12192000" cy="293094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1" algn="ctr">
              <a:lnSpc>
                <a:spcPct val="115000"/>
              </a:lnSpc>
            </a:pPr>
            <a:endParaRPr lang="en-US" sz="3600" dirty="0">
              <a:solidFill>
                <a:schemeClr val="accent1">
                  <a:lumMod val="20000"/>
                  <a:lumOff val="80000"/>
                </a:schemeClr>
              </a:solidFill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9628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832A3-78CA-2D8F-96E6-46AA45BBB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4AE6D29-46A4-0F30-522F-0A1648069845}"/>
              </a:ext>
            </a:extLst>
          </p:cNvPr>
          <p:cNvSpPr/>
          <p:nvPr/>
        </p:nvSpPr>
        <p:spPr>
          <a:xfrm>
            <a:off x="838200" y="286377"/>
            <a:ext cx="10515600" cy="1331407"/>
          </a:xfrm>
          <a:prstGeom prst="rect">
            <a:avLst/>
          </a:prstGeom>
          <a:solidFill>
            <a:srgbClr val="578B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  <a:latin typeface="Bahnschrift Condensed" panose="020B0502040204020203" pitchFamily="34" charset="0"/>
              </a:rPr>
              <a:t>Sources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4400DC-BFB8-BFEB-99D1-A2948A5C572D}"/>
              </a:ext>
            </a:extLst>
          </p:cNvPr>
          <p:cNvSpPr/>
          <p:nvPr/>
        </p:nvSpPr>
        <p:spPr>
          <a:xfrm>
            <a:off x="838200" y="1809448"/>
            <a:ext cx="10515600" cy="4315581"/>
          </a:xfrm>
          <a:prstGeom prst="rect">
            <a:avLst/>
          </a:prstGeom>
          <a:noFill/>
          <a:ln>
            <a:solidFill>
              <a:srgbClr val="578B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numCol="2" spcCol="182880" rtlCol="0" anchor="ctr"/>
          <a:lstStyle/>
          <a:p>
            <a:pPr marL="0" marR="0" lvl="0" indent="-182880" algn="l" defTabSz="457200" rtl="0" eaLnBrk="1" fontAlgn="auto" latinLnBrk="0" hangingPunct="1">
              <a:lnSpc>
                <a:spcPts val="1000"/>
              </a:lnSpc>
              <a:spcBef>
                <a:spcPts val="20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ahnschrift Light SemiCondensed" panose="020B0502040204020203" pitchFamily="34" charset="0"/>
              </a:rPr>
              <a:t>Adcox, M. (2023, April 25). Your guide to lube for SEX: Types, how to use, and more. Healthline. </a:t>
            </a:r>
            <a:r>
              <a:rPr kumimoji="0" lang="en-US" sz="900" b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ahnschrift Light SemiCondensed" panose="020B0502040204020203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https://www.healthline.com/health/healthy-sex/lube-shopping-guide-types</a:t>
            </a:r>
            <a:endParaRPr kumimoji="0" lang="en-US" sz="900" b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Bahnschrift Light SemiCondensed" panose="020B0502040204020203" pitchFamily="34" charset="0"/>
            </a:endParaRPr>
          </a:p>
          <a:p>
            <a:pPr marL="0" marR="0" lvl="0" indent="-182880" algn="l" defTabSz="457200" rtl="0" eaLnBrk="1" fontAlgn="auto" latinLnBrk="0" hangingPunct="1">
              <a:lnSpc>
                <a:spcPts val="1000"/>
              </a:lnSpc>
              <a:spcBef>
                <a:spcPts val="20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ahnschrift Light SemiCondensed" panose="020B0502040204020203" pitchFamily="34" charset="0"/>
              </a:rPr>
              <a:t>daisies. (2024, March 22). </a:t>
            </a: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ahnschrift Light SemiCondensed" panose="020B0502040204020203" pitchFamily="34" charset="0"/>
              </a:rPr>
              <a:t>The History of Suction Vibrators - </a:t>
            </a:r>
            <a:r>
              <a:rPr kumimoji="0" lang="en-US" sz="900" b="0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ahnschrift Light SemiCondensed" panose="020B0502040204020203" pitchFamily="34" charset="0"/>
              </a:rPr>
              <a:t>ForPlay</a:t>
            </a: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ahnschrift Light SemiCondensed" panose="020B0502040204020203" pitchFamily="34" charset="0"/>
              </a:rPr>
              <a:t> Toys</a:t>
            </a:r>
            <a:r>
              <a:rPr kumimoji="0" lang="en-US" sz="900" b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ahnschrift Light SemiCondensed" panose="020B0502040204020203" pitchFamily="34" charset="0"/>
              </a:rPr>
              <a:t>. </a:t>
            </a:r>
            <a:r>
              <a:rPr kumimoji="0" lang="en-US" sz="900" b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ahnschrift Light SemiCondensed" panose="020B0502040204020203" pitchFamily="34" charset="0"/>
              </a:rPr>
              <a:t>ForPlay</a:t>
            </a:r>
            <a:r>
              <a:rPr kumimoji="0" lang="en-US" sz="900" b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ahnschrift Light SemiCondensed" panose="020B0502040204020203" pitchFamily="34" charset="0"/>
              </a:rPr>
              <a:t> Toys. </a:t>
            </a:r>
            <a:r>
              <a:rPr kumimoji="0" lang="en-US" sz="900" b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ahnschrift Light SemiCondensed" panose="020B0502040204020203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https://forplaytoystore.com/the-history-of-suction-vibrators/</a:t>
            </a:r>
            <a:r>
              <a:rPr kumimoji="0" lang="en-US" sz="900" b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ahnschrift Light SemiCondensed" panose="020B0502040204020203" pitchFamily="34" charset="0"/>
              </a:rPr>
              <a:t> </a:t>
            </a:r>
          </a:p>
          <a:p>
            <a:pPr marL="0" marR="0" lvl="0" indent="-182880" algn="l" defTabSz="457200" rtl="0" eaLnBrk="1" fontAlgn="auto" latinLnBrk="0" hangingPunct="1">
              <a:lnSpc>
                <a:spcPts val="1000"/>
              </a:lnSpc>
              <a:spcBef>
                <a:spcPts val="20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ahnschrift Light SemiCondensed" panose="020B0502040204020203" pitchFamily="34" charset="0"/>
              </a:rPr>
              <a:t>Dodil</a:t>
            </a:r>
            <a:r>
              <a:rPr kumimoji="0" lang="en-US" sz="900" b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ahnschrift Light SemiCondensed" panose="020B0502040204020203" pitchFamily="34" charset="0"/>
              </a:rPr>
              <a:t>, T. (2018, April 28). </a:t>
            </a: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ahnschrift Light SemiCondensed" panose="020B0502040204020203" pitchFamily="34" charset="0"/>
              </a:rPr>
              <a:t>Dildo-envy? the average dildo size compared to the average penis</a:t>
            </a:r>
            <a:r>
              <a:rPr kumimoji="0" lang="en-US" sz="900" b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ahnschrift Light SemiCondensed" panose="020B0502040204020203" pitchFamily="34" charset="0"/>
              </a:rPr>
              <a:t>. Medium. </a:t>
            </a:r>
            <a:r>
              <a:rPr kumimoji="0" lang="en-US" sz="900" b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ahnschrift Light SemiCondensed" panose="020B0502040204020203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https://medium.com/@thedodil/dildo-envy-the-average-dildo-size-compared-to-the-average-penis-da45ec24ba93</a:t>
            </a:r>
            <a:r>
              <a:rPr kumimoji="0" lang="en-US" sz="900" b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ahnschrift Light SemiCondensed" panose="020B0502040204020203" pitchFamily="34" charset="0"/>
              </a:rPr>
              <a:t>  </a:t>
            </a:r>
          </a:p>
          <a:p>
            <a:pPr marL="0" marR="0" lvl="0" indent="-182880" algn="l" defTabSz="457200" rtl="0" eaLnBrk="1" fontAlgn="auto" latinLnBrk="0" hangingPunct="1">
              <a:lnSpc>
                <a:spcPts val="1000"/>
              </a:lnSpc>
              <a:spcBef>
                <a:spcPts val="20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ahnschrift Light SemiCondensed" panose="020B0502040204020203" pitchFamily="34" charset="0"/>
              </a:rPr>
              <a:t>Dragon, B. (2025). </a:t>
            </a: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ahnschrift Light SemiCondensed" panose="020B0502040204020203" pitchFamily="34" charset="0"/>
              </a:rPr>
              <a:t>Firmness 101: A Guide to Firmness Options</a:t>
            </a:r>
            <a:r>
              <a:rPr kumimoji="0" lang="en-US" sz="900" b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ahnschrift Light SemiCondensed" panose="020B0502040204020203" pitchFamily="34" charset="0"/>
              </a:rPr>
              <a:t>. Bad-Dragon.com. </a:t>
            </a:r>
            <a:r>
              <a:rPr kumimoji="0" lang="en-US" sz="900" b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ahnschrift Light SemiCondensed" panose="020B0502040204020203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https://bad-dragon.com/pages/firmness-guide</a:t>
            </a:r>
            <a:r>
              <a:rPr kumimoji="0" lang="en-US" sz="900" b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ahnschrift Light SemiCondensed" panose="020B0502040204020203" pitchFamily="34" charset="0"/>
              </a:rPr>
              <a:t> </a:t>
            </a:r>
          </a:p>
          <a:p>
            <a:pPr marL="0" marR="0" lvl="0" indent="-182880" algn="l" defTabSz="457200" rtl="0" eaLnBrk="1" fontAlgn="auto" latinLnBrk="0" hangingPunct="1">
              <a:lnSpc>
                <a:spcPts val="1000"/>
              </a:lnSpc>
              <a:spcBef>
                <a:spcPts val="20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ahnschrift Light SemiCondensed" panose="020B0502040204020203" pitchFamily="34" charset="0"/>
              </a:rPr>
              <a:t>Felicity, T. (2025, January 22). Anal plug cleaning: How to remove Butt plug odor. </a:t>
            </a:r>
            <a:r>
              <a:rPr kumimoji="0" lang="en-US" sz="900" b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ahnschrift Light SemiCondensed" panose="020B0502040204020203" pitchFamily="34" charset="0"/>
              </a:rPr>
              <a:t>Phallophile</a:t>
            </a:r>
            <a:r>
              <a:rPr kumimoji="0" lang="en-US" sz="900" b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ahnschrift Light SemiCondensed" panose="020B0502040204020203" pitchFamily="34" charset="0"/>
              </a:rPr>
              <a:t> Reviews. </a:t>
            </a:r>
            <a:r>
              <a:rPr kumimoji="0" lang="en-US" sz="900" b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ahnschrift Light SemiCondensed" panose="020B0502040204020203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https://phallophilereviews.com/how-to-clean-butt-plug-odor/</a:t>
            </a:r>
            <a:r>
              <a:rPr kumimoji="0" lang="en-US" sz="900" b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ahnschrift Light SemiCondensed" panose="020B0502040204020203" pitchFamily="34" charset="0"/>
              </a:rPr>
              <a:t> </a:t>
            </a:r>
          </a:p>
          <a:p>
            <a:pPr marL="0" marR="0" lvl="0" indent="-182880" algn="l" defTabSz="457200" rtl="0" eaLnBrk="1" fontAlgn="auto" latinLnBrk="0" hangingPunct="1">
              <a:lnSpc>
                <a:spcPts val="1000"/>
              </a:lnSpc>
              <a:spcBef>
                <a:spcPts val="20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ahnschrift Light SemiCondensed" panose="020B0502040204020203" pitchFamily="34" charset="0"/>
              </a:rPr>
              <a:t>Haines, L. (2005, July 27). </a:t>
            </a: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ahnschrift Light SemiCondensed" panose="020B0502040204020203" pitchFamily="34" charset="0"/>
              </a:rPr>
              <a:t>Germans discover world’s oldest dildo</a:t>
            </a:r>
            <a:r>
              <a:rPr kumimoji="0" lang="en-US" sz="900" b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ahnschrift Light SemiCondensed" panose="020B0502040204020203" pitchFamily="34" charset="0"/>
              </a:rPr>
              <a:t>. Theregister.com; The Register. </a:t>
            </a:r>
            <a:r>
              <a:rPr kumimoji="0" lang="en-US" sz="900" b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ahnschrift Light SemiCondensed" panose="020B0502040204020203" pitchFamily="34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https://www.theregister.com/2005/07/27/ancient_phallus/</a:t>
            </a:r>
            <a:r>
              <a:rPr kumimoji="0" lang="en-US" sz="900" b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ahnschrift Light SemiCondensed" panose="020B0502040204020203" pitchFamily="34" charset="0"/>
              </a:rPr>
              <a:t> </a:t>
            </a:r>
          </a:p>
          <a:p>
            <a:pPr marL="0" marR="0" lvl="0" indent="-182880" algn="l" defTabSz="457200" rtl="0" eaLnBrk="1" fontAlgn="auto" latinLnBrk="0" hangingPunct="1">
              <a:lnSpc>
                <a:spcPts val="1000"/>
              </a:lnSpc>
              <a:spcBef>
                <a:spcPts val="20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ahnschrift Light SemiCondensed" panose="020B0502040204020203" pitchFamily="34" charset="0"/>
              </a:rPr>
              <a:t>Kerr, J. (2024, April 19). </a:t>
            </a: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ahnschrift Light SemiCondensed" panose="020B0502040204020203" pitchFamily="34" charset="0"/>
              </a:rPr>
              <a:t>How to store sex toys</a:t>
            </a:r>
            <a:r>
              <a:rPr kumimoji="0" lang="en-US" sz="900" b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ahnschrift Light SemiCondensed" panose="020B0502040204020203" pitchFamily="34" charset="0"/>
              </a:rPr>
              <a:t>. Mashable. </a:t>
            </a:r>
            <a:r>
              <a:rPr kumimoji="0" lang="en-US" sz="900" b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ahnschrift Light SemiCondensed" panose="020B0502040204020203" pitchFamily="34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https://mashable.com/article/how-to-store-sex-toys</a:t>
            </a:r>
            <a:r>
              <a:rPr kumimoji="0" lang="en-US" sz="900" b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ahnschrift Light SemiCondensed" panose="020B0502040204020203" pitchFamily="34" charset="0"/>
              </a:rPr>
              <a:t> </a:t>
            </a:r>
          </a:p>
          <a:p>
            <a:pPr marL="0" marR="0" lvl="0" indent="-182880" algn="l" defTabSz="457200" rtl="0" eaLnBrk="1" fontAlgn="auto" latinLnBrk="0" hangingPunct="1">
              <a:lnSpc>
                <a:spcPts val="1000"/>
              </a:lnSpc>
              <a:spcBef>
                <a:spcPts val="20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ahnschrift Light SemiCondensed" panose="020B0502040204020203" pitchFamily="34" charset="0"/>
              </a:rPr>
              <a:t>Lawless, L. (2020, July 20). Sex toy materials. Holistic Wisdom. </a:t>
            </a:r>
            <a:r>
              <a:rPr kumimoji="0" lang="en-US" sz="900" b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ahnschrift Light SemiCondensed" panose="020B0502040204020203" pitchFamily="34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https://www.holisticwisdom.com/blogs/sex-toy-guide/sex-toy-materials</a:t>
            </a:r>
            <a:r>
              <a:rPr kumimoji="0" lang="en-US" sz="900" b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ahnschrift Light SemiCondensed" panose="020B0502040204020203" pitchFamily="34" charset="0"/>
              </a:rPr>
              <a:t> </a:t>
            </a:r>
          </a:p>
          <a:p>
            <a:pPr marL="0" marR="0" lvl="0" indent="-182880" algn="l" defTabSz="457200" rtl="0" eaLnBrk="1" fontAlgn="auto" latinLnBrk="0" hangingPunct="1">
              <a:lnSpc>
                <a:spcPts val="1000"/>
              </a:lnSpc>
              <a:spcBef>
                <a:spcPts val="20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ahnschrift Light SemiCondensed" panose="020B0502040204020203" pitchFamily="34" charset="0"/>
              </a:rPr>
              <a:t>Lieberman, H. (2020, January 3). </a:t>
            </a: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ahnschrift Light SemiCondensed" panose="020B0502040204020203" pitchFamily="34" charset="0"/>
              </a:rPr>
              <a:t>(Almost) Everything You Know About the Invention of the Vibrator Is Wrong</a:t>
            </a:r>
            <a:r>
              <a:rPr kumimoji="0" lang="en-US" sz="900" b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ahnschrift Light SemiCondensed" panose="020B0502040204020203" pitchFamily="34" charset="0"/>
              </a:rPr>
              <a:t>. Ivan Allen College of Liberal Arts. </a:t>
            </a:r>
            <a:r>
              <a:rPr kumimoji="0" lang="en-US" sz="900" b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ahnschrift Light SemiCondensed" panose="020B0502040204020203" pitchFamily="34" charset="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https://iac.gatech.edu/news/item/631497/know-invention-vibrator-wrong</a:t>
            </a:r>
            <a:r>
              <a:rPr kumimoji="0" lang="en-US" sz="900" b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ahnschrift Light SemiCondensed" panose="020B0502040204020203" pitchFamily="34" charset="0"/>
              </a:rPr>
              <a:t> </a:t>
            </a:r>
          </a:p>
          <a:p>
            <a:pPr marL="0" marR="0" lvl="0" indent="-182880" algn="l" defTabSz="457200" rtl="0" eaLnBrk="1" fontAlgn="auto" latinLnBrk="0" hangingPunct="1">
              <a:lnSpc>
                <a:spcPts val="1000"/>
              </a:lnSpc>
              <a:spcBef>
                <a:spcPts val="20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ahnschrift Light SemiCondensed" panose="020B0502040204020203" pitchFamily="34" charset="0"/>
              </a:rPr>
              <a:t>Quispe López. (2024, September 19). </a:t>
            </a: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ahnschrift Light SemiCondensed" panose="020B0502040204020203" pitchFamily="34" charset="0"/>
              </a:rPr>
              <a:t>The Magic Wand Vibrator Company Hitachi Also Makes Tanks</a:t>
            </a:r>
            <a:r>
              <a:rPr kumimoji="0" lang="en-US" sz="900" b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ahnschrift Light SemiCondensed" panose="020B0502040204020203" pitchFamily="34" charset="0"/>
              </a:rPr>
              <a:t>. Them; Them. </a:t>
            </a:r>
            <a:r>
              <a:rPr kumimoji="0" lang="en-US" sz="900" b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ahnschrift Light SemiCondensed" panose="020B0502040204020203" pitchFamily="34" charset="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https://www.them.us/story/magic-wand-vibrator-fun-facts</a:t>
            </a:r>
            <a:r>
              <a:rPr kumimoji="0" lang="en-US" sz="900" b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ahnschrift Light SemiCondensed" panose="020B0502040204020203" pitchFamily="34" charset="0"/>
              </a:rPr>
              <a:t> </a:t>
            </a:r>
          </a:p>
          <a:p>
            <a:pPr marL="0" marR="0" lvl="0" indent="-182880" algn="l" defTabSz="457200" rtl="0" eaLnBrk="1" fontAlgn="auto" latinLnBrk="0" hangingPunct="1">
              <a:lnSpc>
                <a:spcPts val="1000"/>
              </a:lnSpc>
              <a:spcBef>
                <a:spcPts val="20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ahnschrift Light SemiCondensed" panose="020B0502040204020203" pitchFamily="34" charset="0"/>
              </a:rPr>
              <a:t>Santos-Longhurst, A. (2021, March 15). </a:t>
            </a: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ahnschrift Light SemiCondensed" panose="020B0502040204020203" pitchFamily="34" charset="0"/>
              </a:rPr>
              <a:t>How to Correctly Clean and Store Your Sex Toys</a:t>
            </a:r>
            <a:r>
              <a:rPr kumimoji="0" lang="en-US" sz="900" b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ahnschrift Light SemiCondensed" panose="020B0502040204020203" pitchFamily="34" charset="0"/>
              </a:rPr>
              <a:t>. Healthline; Healthline. </a:t>
            </a:r>
            <a:r>
              <a:rPr kumimoji="0" lang="en-US" sz="900" b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ahnschrift Light SemiCondensed" panose="020B0502040204020203" pitchFamily="34" charset="0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https://www.healthline.com/health/healthy-sex/how-to-clean-sex-toys</a:t>
            </a:r>
            <a:r>
              <a:rPr kumimoji="0" lang="en-US" sz="900" b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ahnschrift Light SemiCondensed" panose="020B0502040204020203" pitchFamily="34" charset="0"/>
              </a:rPr>
              <a:t> </a:t>
            </a:r>
          </a:p>
          <a:p>
            <a:pPr marL="0" marR="0" lvl="0" indent="-182880" algn="l" defTabSz="457200" rtl="0" eaLnBrk="1" fontAlgn="auto" latinLnBrk="0" hangingPunct="1">
              <a:lnSpc>
                <a:spcPts val="1000"/>
              </a:lnSpc>
              <a:spcBef>
                <a:spcPts val="20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ahnschrift Light SemiCondensed" panose="020B0502040204020203" pitchFamily="34" charset="0"/>
              </a:rPr>
              <a:t>Scott, R. (2022, November 23). Good vibrations - the difference between Rumbly and buzzy vibrators. Love Not War. </a:t>
            </a:r>
            <a:r>
              <a:rPr kumimoji="0" lang="en-US" sz="900" b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ahnschrift Light SemiCondensed" panose="020B0502040204020203" pitchFamily="34" charset="0"/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https://www.l-n-w.com/blogs/love-not-war-blog/good-vibrations-the-difference-between-rumbly-and-buzzy-vibrators?srsltid=AfmBOor5ZjTkNHRJfqgdSw5TBmGSuHgJfIhkdy4ZEsBJsNSyyZuKbWkB</a:t>
            </a:r>
            <a:endParaRPr kumimoji="0" lang="en-US" sz="900" b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Bahnschrift Light SemiCondensed" panose="020B0502040204020203" pitchFamily="34" charset="0"/>
            </a:endParaRPr>
          </a:p>
          <a:p>
            <a:pPr marL="0" marR="0" lvl="0" indent="-182880" algn="l" defTabSz="457200" rtl="0" eaLnBrk="1" fontAlgn="auto" latinLnBrk="0" hangingPunct="1">
              <a:lnSpc>
                <a:spcPts val="1000"/>
              </a:lnSpc>
              <a:spcBef>
                <a:spcPts val="20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ahnschrift Light SemiCondensed" panose="020B0502040204020203" pitchFamily="34" charset="0"/>
              </a:rPr>
              <a:t>TNLC, T. (2024, December 6). The Comprehensive Guide to non-toxic sex toys. The Natural Love Company. </a:t>
            </a:r>
            <a:r>
              <a:rPr kumimoji="0" lang="en-US" sz="900" b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ahnschrift Light SemiCondensed" panose="020B0502040204020203" pitchFamily="34" charset="0"/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https://www.thenaturallovecompany.com/the-comprehensive-guide-to-non-toxic-sex-toys/</a:t>
            </a:r>
            <a:r>
              <a:rPr kumimoji="0" lang="en-US" sz="900" b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ahnschrift Light SemiCondensed" panose="020B0502040204020203" pitchFamily="34" charset="0"/>
              </a:rPr>
              <a:t> </a:t>
            </a:r>
            <a:b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ahnschrift Light SemiCondensed" panose="020B0502040204020203" pitchFamily="34" charset="0"/>
              </a:rPr>
            </a:b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Bahnschrift Light SemiCondensed" panose="020B0502040204020203" pitchFamily="34" charset="0"/>
            </a:endParaRPr>
          </a:p>
        </p:txBody>
      </p:sp>
      <p:sp>
        <p:nvSpPr>
          <p:cNvPr id="9" name="Rectangle: Rounded Corners 8">
            <a:hlinkClick r:id="rId15" action="ppaction://hlinksldjump"/>
            <a:extLst>
              <a:ext uri="{FF2B5EF4-FFF2-40B4-BE49-F238E27FC236}">
                <a16:creationId xmlns:a16="http://schemas.microsoft.com/office/drawing/2014/main" id="{B2DC67D0-7294-7CDE-9E20-FF6EBFEA7874}"/>
              </a:ext>
            </a:extLst>
          </p:cNvPr>
          <p:cNvSpPr/>
          <p:nvPr/>
        </p:nvSpPr>
        <p:spPr>
          <a:xfrm>
            <a:off x="10078497" y="5692392"/>
            <a:ext cx="1762637" cy="817910"/>
          </a:xfrm>
          <a:prstGeom prst="roundRect">
            <a:avLst/>
          </a:prstGeom>
          <a:solidFill>
            <a:srgbClr val="578BFF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tx1"/>
                </a:solidFill>
                <a:latin typeface="Bahnschrift Condensed" panose="020B0502040204020203" pitchFamily="34" charset="0"/>
              </a:rPr>
              <a:t>BACK</a:t>
            </a:r>
          </a:p>
        </p:txBody>
      </p:sp>
    </p:spTree>
    <p:extLst>
      <p:ext uri="{BB962C8B-B14F-4D97-AF65-F5344CB8AC3E}">
        <p14:creationId xmlns:p14="http://schemas.microsoft.com/office/powerpoint/2010/main" val="4168988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theme/theme1.xml><?xml version="1.0" encoding="utf-8"?>
<a:theme xmlns:a="http://schemas.openxmlformats.org/drawingml/2006/main" name="Office Theme">
  <a:themeElements>
    <a:clrScheme name="Custom 4">
      <a:dk1>
        <a:sysClr val="windowText" lastClr="000000"/>
      </a:dk1>
      <a:lt1>
        <a:sysClr val="window" lastClr="FFFFFF"/>
      </a:lt1>
      <a:dk2>
        <a:srgbClr val="0C0C0C"/>
      </a:dk2>
      <a:lt2>
        <a:srgbClr val="E8E8E8"/>
      </a:lt2>
      <a:accent1>
        <a:srgbClr val="80A6FF"/>
      </a:accent1>
      <a:accent2>
        <a:srgbClr val="FF8080"/>
      </a:accent2>
      <a:accent3>
        <a:srgbClr val="FF9F80"/>
      </a:accent3>
      <a:accent4>
        <a:srgbClr val="FFCA80"/>
      </a:accent4>
      <a:accent5>
        <a:srgbClr val="FFE580"/>
      </a:accent5>
      <a:accent6>
        <a:srgbClr val="C2FF80"/>
      </a:accent6>
      <a:hlink>
        <a:srgbClr val="8BFF80"/>
      </a:hlink>
      <a:folHlink>
        <a:srgbClr val="80FFFA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261</TotalTime>
  <Words>1182</Words>
  <Application>Microsoft Office PowerPoint</Application>
  <PresentationFormat>Widescreen</PresentationFormat>
  <Paragraphs>136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Aptos</vt:lpstr>
      <vt:lpstr>Aptos Display</vt:lpstr>
      <vt:lpstr>Arial</vt:lpstr>
      <vt:lpstr>Bahnschrift Condensed</vt:lpstr>
      <vt:lpstr>Bahnschrift Light SemiCondensed</vt:lpstr>
      <vt:lpstr>Office Theme</vt:lpstr>
      <vt:lpstr>LET’S TALK TOYS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Aster Wallace</dc:creator>
  <cp:lastModifiedBy>Aster Wallace</cp:lastModifiedBy>
  <cp:revision>1</cp:revision>
  <dcterms:created xsi:type="dcterms:W3CDTF">2025-03-23T00:51:04Z</dcterms:created>
  <dcterms:modified xsi:type="dcterms:W3CDTF">2025-04-15T04:26:22Z</dcterms:modified>
</cp:coreProperties>
</file>